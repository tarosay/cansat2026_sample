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73" r:id="rId2"/>
    <p:sldId id="295" r:id="rId3"/>
    <p:sldId id="274" r:id="rId4"/>
    <p:sldId id="256" r:id="rId5"/>
    <p:sldId id="275" r:id="rId6"/>
    <p:sldId id="257" r:id="rId7"/>
    <p:sldId id="258" r:id="rId8"/>
    <p:sldId id="276" r:id="rId9"/>
    <p:sldId id="260" r:id="rId10"/>
    <p:sldId id="277" r:id="rId11"/>
    <p:sldId id="278" r:id="rId12"/>
    <p:sldId id="279" r:id="rId13"/>
    <p:sldId id="262" r:id="rId14"/>
    <p:sldId id="263" r:id="rId15"/>
    <p:sldId id="264" r:id="rId16"/>
    <p:sldId id="281" r:id="rId17"/>
    <p:sldId id="265" r:id="rId18"/>
    <p:sldId id="282" r:id="rId19"/>
    <p:sldId id="261" r:id="rId20"/>
    <p:sldId id="266" r:id="rId21"/>
    <p:sldId id="280" r:id="rId22"/>
    <p:sldId id="283" r:id="rId23"/>
    <p:sldId id="296" r:id="rId24"/>
    <p:sldId id="284" r:id="rId25"/>
    <p:sldId id="285" r:id="rId26"/>
    <p:sldId id="286" r:id="rId27"/>
    <p:sldId id="267" r:id="rId28"/>
    <p:sldId id="288" r:id="rId29"/>
    <p:sldId id="289" r:id="rId30"/>
    <p:sldId id="297" r:id="rId31"/>
    <p:sldId id="270" r:id="rId32"/>
    <p:sldId id="292" r:id="rId33"/>
    <p:sldId id="293" r:id="rId34"/>
    <p:sldId id="294" r:id="rId35"/>
    <p:sldId id="298" r:id="rId36"/>
    <p:sldId id="269" r:id="rId37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5" d="100"/>
          <a:sy n="95" d="100"/>
        </p:scale>
        <p:origin x="540" y="84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4A02087-ECC8-4906-AA86-DE31E655760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411C9A-6E5F-4BB0-959D-6B4452E3108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00AEEF-0E09-4B42-929B-6136F03E964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CE48EB3-C0B3-4B88-91EF-70C041A28D9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045B1E5-C0DF-4412-8C5A-B90F54C1DA58}" type="slidenum">
              <a:t>‹#›</a:t>
            </a:fld>
            <a:endParaRPr lang="en-US" sz="14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441426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54F71F8-E4F2-4AD7-A311-D239D327D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885071-A1C8-42CD-8CBB-9B8CAF18C31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 altLang="ja-JP"/>
          </a:p>
        </p:txBody>
      </p:sp>
      <p:sp>
        <p:nvSpPr>
          <p:cNvPr id="4" name="ヘッダー プレースホルダー 3">
            <a:extLst>
              <a:ext uri="{FF2B5EF4-FFF2-40B4-BE49-F238E27FC236}">
                <a16:creationId xmlns:a16="http://schemas.microsoft.com/office/drawing/2014/main" id="{5626134D-84E1-48D7-BBEB-9937CDEA43A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C57A60-503A-4F32-BC5F-B15417CA4C1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B9A091-D111-4584-8A1F-D3401F75F91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91466-1FB8-4E46-9060-7E235065C2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fld id="{95D8F3EA-2D10-415E-9D1D-149AFD52BA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25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rtl="0" hangingPunct="0">
      <a:tabLst/>
      <a:defRPr lang="en-US" altLang="ja-JP" sz="2000" b="0" i="0" u="none" strike="noStrike" kern="1200">
        <a:ln>
          <a:noFill/>
        </a:ln>
        <a:latin typeface="Liberation Sans" pitchFamily="18"/>
        <a:ea typeface="ＭＳ Ｐゴシック" pitchFamily="2"/>
        <a:cs typeface="Mangal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FED73-AC4B-4485-9762-6EF4C81C4D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43908E2-4E22-4A48-84BE-A2E189E8E82F}" type="slidenum">
              <a:t>1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3D2DC5-0ED3-4791-94B1-272DEF4A51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A822059-DD46-476B-AA6B-8EFB7712CB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11656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FED73-AC4B-4485-9762-6EF4C81C4D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43908E2-4E22-4A48-84BE-A2E189E8E82F}" type="slidenum">
              <a:t>2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3D2DC5-0ED3-4791-94B1-272DEF4A51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A822059-DD46-476B-AA6B-8EFB7712CB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7858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FED73-AC4B-4485-9762-6EF4C81C4D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43908E2-4E22-4A48-84BE-A2E189E8E82F}" type="slidenum">
              <a:t>3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3D2DC5-0ED3-4791-94B1-272DEF4A51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A822059-DD46-476B-AA6B-8EFB7712CB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25797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FED73-AC4B-4485-9762-6EF4C81C4D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43908E2-4E22-4A48-84BE-A2E189E8E82F}" type="slidenum">
              <a:t>4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3D2DC5-0ED3-4791-94B1-272DEF4A51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A822059-DD46-476B-AA6B-8EFB7712CB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FED73-AC4B-4485-9762-6EF4C81C4D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43908E2-4E22-4A48-84BE-A2E189E8E82F}" type="slidenum">
              <a:t>5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3D2DC5-0ED3-4791-94B1-272DEF4A51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A822059-DD46-476B-AA6B-8EFB7712CB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5132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8055CF-1611-4E24-A087-1C65E1030E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3AEC99A-16D2-46B9-BF95-41D9C3508C0B}" type="slidenum">
              <a:t>6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2A72D0B-47BE-4227-8CC9-485044A63C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F16F2-BB92-4718-B8C1-7507D72678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60716D-3EEC-4A61-AF8C-231C376885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1A284D3-047D-4FC2-B738-85523980A0A5}" type="slidenum">
              <a:t>7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0338702-5988-4C7A-9C40-C6934687CE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D375554-90B6-43BB-A014-3605BD2F4C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8055CF-1611-4E24-A087-1C65E1030E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3AEC99A-16D2-46B9-BF95-41D9C3508C0B}" type="slidenum">
              <a:t>8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2A72D0B-47BE-4227-8CC9-485044A63C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F16F2-BB92-4718-B8C1-7507D72678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9384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5E68D7-9A11-4C2B-AAC4-00D63BEF3F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5004F1A-D2F5-4930-8555-3DBF0B4C3F20}" type="slidenum">
              <a:t>9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CCEA7B3-5DA2-4E76-A8D3-551ED6E86C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9C116C-06BD-4DF1-B596-B8D1340755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5E68D7-9A11-4C2B-AAC4-00D63BEF3F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5004F1A-D2F5-4930-8555-3DBF0B4C3F20}" type="slidenum">
              <a:t>10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CCEA7B3-5DA2-4E76-A8D3-551ED6E86C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9C116C-06BD-4DF1-B596-B8D1340755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00335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1A22E4-025D-4651-A550-04A51C8E83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6F6D065-DC83-4287-A153-E09681FB1C93}" type="slidenum">
              <a:t>11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C5AA866-4B24-4845-A855-99EB972163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FB602C7-C8E9-40A5-9C1C-8CE51EE0C7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70442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1A22E4-025D-4651-A550-04A51C8E83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6F6D065-DC83-4287-A153-E09681FB1C93}" type="slidenum">
              <a:t>12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C5AA866-4B24-4845-A855-99EB972163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FB602C7-C8E9-40A5-9C1C-8CE51EE0C7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00553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615D1A-2E9D-45B7-B064-151C216F1A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98A30B1-4E16-4E1A-94C3-E4B09A1C1553}" type="slidenum">
              <a:t>13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F47CF8-1D47-440F-8ED7-59E37BCA09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7B1B65-DAC4-4B79-8325-5D9FF643F6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EB9513-E43A-4EB3-B4EF-CF30B9EF22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E8FF1BB-3F98-4A61-8ADE-673A6CBFD949}" type="slidenum">
              <a:t>14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281249C-8873-46DD-BF2F-AD7DAEF76B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6C85CED-E9EC-4A2B-87EB-25B016A7FBB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15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16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82194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E390A0-42DF-4C19-80F9-9BF8F98EFD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F71EB35-20FB-404D-8282-507D953CE398}" type="slidenum">
              <a:t>17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E46B7A-C8A6-4D4E-8599-E8C62D9EC8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6DF2A2-D033-4B34-ADB6-BCAC671729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E390A0-42DF-4C19-80F9-9BF8F98EFD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F71EB35-20FB-404D-8282-507D953CE398}" type="slidenum">
              <a:t>18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E46B7A-C8A6-4D4E-8599-E8C62D9EC8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6DF2A2-D033-4B34-ADB6-BCAC671729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2678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1A22E4-025D-4651-A550-04A51C8E83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6F6D065-DC83-4287-A153-E09681FB1C93}" type="slidenum">
              <a:t>19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C5AA866-4B24-4845-A855-99EB972163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FB602C7-C8E9-40A5-9C1C-8CE51EE0C7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AF65B6-218C-4539-A812-1F64787467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A3CB2D6-AAF3-4298-8DF8-C0A651A38563}" type="slidenum">
              <a:t>20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68E692D-CEB4-4F8D-9A29-B01DE2CF46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0F5D7D-B6D2-44BA-826E-FB76D1F2C3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21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31241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22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4910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8B15A-9C2E-D823-003B-8A38A5F2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6FB5CE-4272-A5BD-2F7C-E064E154B7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23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6D99E7D-C1C4-5CEC-E9BE-F745EC5BFE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4CA896-ED1D-5A2C-5B3C-F5AADEDB77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72743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24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69342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25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41694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E26B76-42D0-46CB-8FDE-5C35156E2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19175-1FA1-4A87-9371-5BB4D0C73F98}" type="slidenum">
              <a:t>26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96031D-52D1-4D31-B25D-260E71C8E2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D0D62-62FD-4862-8F74-E3FDCE289C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909878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2409FC-5431-44FD-A865-96364C2E80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971F782-FC4A-434B-8B70-D3F1D6E0264E}" type="slidenum">
              <a:t>27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A575D3-00EB-472C-8597-24FEB4DB31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B40B0-62E4-4E35-BC9E-015F9769F9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2409FC-5431-44FD-A865-96364C2E80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971F782-FC4A-434B-8B70-D3F1D6E0264E}" type="slidenum">
              <a:t>28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A575D3-00EB-472C-8597-24FEB4DB31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B40B0-62E4-4E35-BC9E-015F9769F9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81333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2409FC-5431-44FD-A865-96364C2E80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971F782-FC4A-434B-8B70-D3F1D6E0264E}" type="slidenum">
              <a:t>29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A575D3-00EB-472C-8597-24FEB4DB31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B40B0-62E4-4E35-BC9E-015F9769F9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280216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3009-8B05-2D7A-3021-2C05485F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A8025-01E0-2987-4AA6-3019AE88D24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971F782-FC4A-434B-8B70-D3F1D6E0264E}" type="slidenum">
              <a:t>30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2B5CA39-288B-FB54-0E26-5802EF681F3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37E5B8D-B264-617D-E281-F6E5B33A0F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007474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9033CF-5F55-40F4-A2E0-70781B4AD14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B0B7DB6-90A3-436F-BF49-F351E4C20363}" type="slidenum">
              <a:t>31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2A2C085-0106-4A05-961D-65260515C2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6837D8-2AE1-4A76-ABB5-9061CEA473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9033CF-5F55-40F4-A2E0-70781B4AD14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B0B7DB6-90A3-436F-BF49-F351E4C20363}" type="slidenum">
              <a:t>32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2A2C085-0106-4A05-961D-65260515C2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6837D8-2AE1-4A76-ABB5-9061CEA473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751140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9033CF-5F55-40F4-A2E0-70781B4AD14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B0B7DB6-90A3-436F-BF49-F351E4C20363}" type="slidenum">
              <a:t>33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2A2C085-0106-4A05-961D-65260515C2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6837D8-2AE1-4A76-ABB5-9061CEA473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509365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9033CF-5F55-40F4-A2E0-70781B4AD14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B0B7DB6-90A3-436F-BF49-F351E4C20363}" type="slidenum">
              <a:t>34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2A2C085-0106-4A05-961D-65260515C2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6837D8-2AE1-4A76-ABB5-9061CEA473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401429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2589-FF9D-830B-3BB1-26A13A18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95487F-31AD-2C5E-8DEF-46C7F248B64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B0B7DB6-90A3-436F-BF49-F351E4C20363}" type="slidenum">
              <a:t>35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6DCD4B6-7677-FD5D-49F7-730C8D71BAD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E0E1BF4-5094-8693-14CD-48E882A0D7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21509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ED0BF8-8A38-494F-BE7F-E8167FC7AD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40D1E4C-C09E-4755-8B1A-BBA5FF8B1276}" type="slidenum">
              <a:t>36</a:t>
            </a:fld>
            <a:endParaRPr lang="en-US"/>
          </a:p>
        </p:txBody>
      </p:sp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28F0B4-1CB2-4B47-82D9-CA81712EC1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B009236-6AA1-4C4F-A688-C65497F927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E9F3C-3162-46A9-AD2B-0004A55F9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7947B6-07CE-4F55-B794-E49FCAEB3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F8D16F-66D0-4665-A95E-659328F9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377C93-25EB-4CF1-BCA7-DACB48ED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125C6C-3511-488E-9898-B4DED62F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B69D87-43CF-4646-A5F2-FE14F60FCE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6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33298-DFA9-41D4-9FE8-5441A4D1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61BCBC-A3B5-4ED8-9500-C4C6E2A2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E87F5B-43E3-4E96-9AC2-AD3C01B7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D2A18F-77CB-468E-A98C-90317C3B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BA6C03-05F6-4E75-9889-A1330C3D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761F73-1D4B-47DE-B9D4-20A2AF4460A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3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CA7933-95D9-4FD7-A232-B8C29518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ECB20D-F7A2-4553-BC87-71684E36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1A0436-C87F-4186-9515-266FC353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096889-8331-473C-A6B5-B1FD7B53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18E966-2F92-499F-B618-B118F8D9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4B2984-198C-4010-AA5F-B0F65B8B2F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7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D7AF3-6CBF-423B-9532-71CC4439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CF854A-EC76-4C67-AEF3-B8E70574B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601904-8C3A-4C45-9203-96C1E5468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3D1C81-D647-4701-A537-5F752EAF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67C172-2B17-4F2A-A02F-A5B7C432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40EC26-9342-48CB-B827-498B8B71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902D74-140F-4D9D-B045-49D98CA6C6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1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A0DBA-4F71-4440-92FE-8C2F60BF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6AD8E1-DE0C-4212-B5EB-EF9DE30D4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91E980-A5EA-447A-8391-59065D394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7582E3-26FA-41BC-9D6C-AC31B5F76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7D31411-D229-4DD2-8A4D-CC8190F21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F414DEA-7A54-4581-BAD1-1995FD4E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BFAD46B-9141-4D70-A763-D1C51896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182F404-9663-4223-A820-AC9FEB42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30D192-6B6E-456D-B7BD-0C5DB9D26F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1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4EE1C-DA95-4427-8A04-EBE9365C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F61C4E-D813-41A8-BC74-6EA79489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F84379-76FA-4DB3-A7E6-E569B227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322756-4E59-43FE-AD5E-1FC3D1A4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1BAEE37-4BBC-40B7-95CE-285E650E9C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83689E1-3DA3-4EEC-9A85-8B5F353A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9D3A21-E2B6-4FC1-91C5-D294A025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9BBB8F-5737-427E-887D-92CA758C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2D35A00-7AF6-4A49-B168-135CDF6EA6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522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149DE-FACC-4EAD-B6C4-9BAC5AB87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36E141-4AB1-434E-882D-BC61DCA65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3E9162-9A21-4FD0-AB9E-FF94B5592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EF262D-C234-4545-BDB7-18DAA142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17DF3F-A998-435D-B5CD-B854D3DF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E79F94-E353-41A6-A066-42BEBD62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BD36DCC-B28F-4871-8BBC-5616FAFA1E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8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14ED8-8F3A-42E7-98F5-A3E17157D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4C8D0A-258E-45D5-B320-CB232A911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F9D36B-150F-49A9-A2A6-AA1FEB972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3072BB-13B7-46C4-BF76-F026E602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C2DA5F-CF08-4D76-81E1-4FD2BAF9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94B179-4FEB-4470-8CE9-A76EA413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98CB7E-2B7A-4278-97B1-D042FF75FB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C1D1CE-86B0-4F1F-95EB-CF5FBD06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A16257-0A47-4DE4-BF78-8A2940E5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B85A80-2228-466C-A656-4BAAA250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272915-D681-4550-A8BE-CE9ED2B0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019E7-1419-470D-85E4-8467C3E7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0DC9FB-92D0-4643-A92B-41EACC61D8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7931E7-5352-447F-B9B7-F1F270EAD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34A128-6201-48B6-B4B8-4D6CCBD47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8E5549-34FC-46D0-9192-26A2647E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4288B6-1880-4537-A026-CFA392A2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A3FAD3-0E7E-4E52-97C5-8A2E6363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374237-F678-40E0-840A-6B4A6A16B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BA6F96-3B51-4258-82CA-25EBC9B89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 altLang="ja-JP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692F0B-32A1-49EF-8113-2B566A2A1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7647D7-6422-496A-913D-FC2D7703088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B3CE32-F830-4CDF-AA12-42E127D88D5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32E480-CD81-4AF7-ACC6-0014C868FE6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ＭＳ Ｐ明朝" pitchFamily="2"/>
                <a:cs typeface="Tahoma" pitchFamily="2"/>
              </a:defRPr>
            </a:lvl1pPr>
          </a:lstStyle>
          <a:p>
            <a:pPr lvl="0"/>
            <a:fld id="{4611CE6A-2C4C-4E32-BFE9-0CE646D7307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altLang="ja-JP" sz="4400" b="0" i="0" u="none" strike="noStrike" kern="1200">
          <a:ln>
            <a:noFill/>
          </a:ln>
          <a:latin typeface="Liberation Sans" pitchFamily="18"/>
          <a:ea typeface="ＭＳ Ｐゴシック" pitchFamily="2"/>
          <a:cs typeface="Mangal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en-US" altLang="ja-JP" sz="3200" b="0" i="0" u="none" strike="noStrike" kern="1200">
          <a:ln>
            <a:noFill/>
          </a:ln>
          <a:latin typeface="Liberation Sans" pitchFamily="18"/>
          <a:ea typeface="ＭＳ Ｐゴシック" pitchFamily="2"/>
          <a:cs typeface="Mang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lcpcb.com/jp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E85C030-CBDC-9B06-96CD-AE013AD578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0865" y="2934966"/>
            <a:ext cx="5201895" cy="3031843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9E94C48-0A02-41D7-B143-3F24A180D8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155" y="2934966"/>
            <a:ext cx="3062605" cy="3144823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F7DEC1-CAA8-41EF-BD46-5F2D48691890}"/>
              </a:ext>
            </a:extLst>
          </p:cNvPr>
          <p:cNvSpPr txBox="1"/>
          <p:nvPr/>
        </p:nvSpPr>
        <p:spPr>
          <a:xfrm>
            <a:off x="776040" y="1592866"/>
            <a:ext cx="8576685" cy="49098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24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DesignSpark</a:t>
            </a:r>
            <a:r>
              <a:rPr lang="en-US" altLang="ja-JP" sz="24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PCB </a:t>
            </a:r>
            <a:r>
              <a:rPr lang="ja-JP" altLang="en-US" sz="24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データを使った</a:t>
            </a:r>
            <a:r>
              <a:rPr lang="en-US" altLang="ja-JP" sz="24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JLC PCB</a:t>
            </a:r>
            <a:r>
              <a:rPr lang="ja-JP" altLang="en-US" sz="24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への基板発注方法</a:t>
            </a:r>
            <a:endParaRPr lang="ja-JP" sz="24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CED9C243-8063-475F-ABF6-127EA56C5519}"/>
              </a:ext>
            </a:extLst>
          </p:cNvPr>
          <p:cNvSpPr/>
          <p:nvPr/>
        </p:nvSpPr>
        <p:spPr>
          <a:xfrm>
            <a:off x="3862156" y="4271266"/>
            <a:ext cx="1432560" cy="8839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31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A220804F-9364-FD77-FF03-F01B1F087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67" y="5255505"/>
            <a:ext cx="4753638" cy="209579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61A10BD-C220-41B9-E892-8CDE4C3CB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14" y="964166"/>
            <a:ext cx="3543795" cy="427732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F7DEC1-CAA8-41EF-BD46-5F2D48691890}"/>
              </a:ext>
            </a:extLst>
          </p:cNvPr>
          <p:cNvSpPr txBox="1"/>
          <p:nvPr/>
        </p:nvSpPr>
        <p:spPr>
          <a:xfrm>
            <a:off x="471240" y="396000"/>
            <a:ext cx="6996700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とりあえず、外形サイズなどの情報を得るために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DXF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ファイルの保存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6E63659B-44CB-42D1-9615-3917D31D1F42}"/>
              </a:ext>
            </a:extLst>
          </p:cNvPr>
          <p:cNvSpPr/>
          <p:nvPr/>
        </p:nvSpPr>
        <p:spPr>
          <a:xfrm>
            <a:off x="1472520" y="2479635"/>
            <a:ext cx="2289725" cy="3909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2770AC9D-F219-43B7-A76F-8AE32C3FBBAA}"/>
              </a:ext>
            </a:extLst>
          </p:cNvPr>
          <p:cNvSpPr/>
          <p:nvPr/>
        </p:nvSpPr>
        <p:spPr>
          <a:xfrm>
            <a:off x="4515629" y="5578592"/>
            <a:ext cx="1049366" cy="36575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9888F3-8772-425C-BACA-0C4CBBD18D6A}"/>
              </a:ext>
            </a:extLst>
          </p:cNvPr>
          <p:cNvSpPr txBox="1"/>
          <p:nvPr/>
        </p:nvSpPr>
        <p:spPr>
          <a:xfrm>
            <a:off x="5433705" y="4460991"/>
            <a:ext cx="4217981" cy="6910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指定した単位系でビア以外のドリル穴を含めたデータを保存する。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62580977-871C-40F1-BE4B-088144065323}"/>
              </a:ext>
            </a:extLst>
          </p:cNvPr>
          <p:cNvSpPr/>
          <p:nvPr/>
        </p:nvSpPr>
        <p:spPr>
          <a:xfrm>
            <a:off x="2510425" y="6061174"/>
            <a:ext cx="1870084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C62FBD4D-FDA4-470A-A35A-0A8C25FD84CE}"/>
              </a:ext>
            </a:extLst>
          </p:cNvPr>
          <p:cNvSpPr/>
          <p:nvPr/>
        </p:nvSpPr>
        <p:spPr>
          <a:xfrm>
            <a:off x="680067" y="5761471"/>
            <a:ext cx="1727852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4013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F7DEC1-CAA8-41EF-BD46-5F2D48691890}"/>
              </a:ext>
            </a:extLst>
          </p:cNvPr>
          <p:cNvSpPr txBox="1"/>
          <p:nvPr/>
        </p:nvSpPr>
        <p:spPr>
          <a:xfrm>
            <a:off x="436812" y="350241"/>
            <a:ext cx="2275151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25 x 27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の外形サイズ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3A29F2-8491-D5EA-AF8A-FB95B7CFBC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9429" y="741202"/>
            <a:ext cx="6913275" cy="681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8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E05856D-5D84-C6B0-FACE-9D6FF0B95C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7262" y="1641998"/>
            <a:ext cx="5979832" cy="510044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B90F45A-7137-409F-5167-195F9F352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29" y="786961"/>
            <a:ext cx="2972215" cy="37629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F7DEC1-CAA8-41EF-BD46-5F2D48691890}"/>
              </a:ext>
            </a:extLst>
          </p:cNvPr>
          <p:cNvSpPr txBox="1"/>
          <p:nvPr/>
        </p:nvSpPr>
        <p:spPr>
          <a:xfrm>
            <a:off x="471240" y="396000"/>
            <a:ext cx="2952516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ガーバーデータを出力します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6E63659B-44CB-42D1-9615-3917D31D1F42}"/>
              </a:ext>
            </a:extLst>
          </p:cNvPr>
          <p:cNvSpPr/>
          <p:nvPr/>
        </p:nvSpPr>
        <p:spPr>
          <a:xfrm>
            <a:off x="775223" y="1718318"/>
            <a:ext cx="2648121" cy="34631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C62FBD4D-FDA4-470A-A35A-0A8C25FD84CE}"/>
              </a:ext>
            </a:extLst>
          </p:cNvPr>
          <p:cNvSpPr/>
          <p:nvPr/>
        </p:nvSpPr>
        <p:spPr>
          <a:xfrm>
            <a:off x="3453488" y="1846693"/>
            <a:ext cx="1064186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DDE96C5-F36E-402E-80D8-F1047025498B}"/>
              </a:ext>
            </a:extLst>
          </p:cNvPr>
          <p:cNvSpPr txBox="1"/>
          <p:nvPr/>
        </p:nvSpPr>
        <p:spPr>
          <a:xfrm>
            <a:off x="3743680" y="1251038"/>
            <a:ext cx="3242019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最初にガーバーの設定をします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2D927CE-46A2-2055-CCD0-1899B1B6F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00" y="891181"/>
            <a:ext cx="3153215" cy="306747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B8EE150-1DB1-89D5-4226-024E64211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84" y="4109383"/>
            <a:ext cx="3877216" cy="330563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F7DEC1-CAA8-41EF-BD46-5F2D48691890}"/>
              </a:ext>
            </a:extLst>
          </p:cNvPr>
          <p:cNvSpPr txBox="1"/>
          <p:nvPr/>
        </p:nvSpPr>
        <p:spPr>
          <a:xfrm>
            <a:off x="471240" y="396000"/>
            <a:ext cx="9043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Auto Gen Plots...</a:t>
            </a:r>
            <a:r>
              <a:rPr lang="ja-JP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Gerber</a:t>
            </a:r>
            <a:r>
              <a:rPr lang="ja-JP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を選択</a:t>
            </a: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6E63659B-44CB-42D1-9615-3917D31D1F42}"/>
              </a:ext>
            </a:extLst>
          </p:cNvPr>
          <p:cNvSpPr/>
          <p:nvPr/>
        </p:nvSpPr>
        <p:spPr>
          <a:xfrm>
            <a:off x="565200" y="1402920"/>
            <a:ext cx="1286280" cy="2145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2770AC9D-F219-43B7-A76F-8AE32C3FBBAA}"/>
              </a:ext>
            </a:extLst>
          </p:cNvPr>
          <p:cNvSpPr/>
          <p:nvPr/>
        </p:nvSpPr>
        <p:spPr>
          <a:xfrm>
            <a:off x="2586142" y="7089927"/>
            <a:ext cx="1286280" cy="2145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9888F3-8772-425C-BACA-0C4CBBD18D6A}"/>
              </a:ext>
            </a:extLst>
          </p:cNvPr>
          <p:cNvSpPr txBox="1"/>
          <p:nvPr/>
        </p:nvSpPr>
        <p:spPr>
          <a:xfrm>
            <a:off x="4641188" y="4192802"/>
            <a:ext cx="3083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チェックを入れて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OK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する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F16B2E47-6A24-42B4-93B2-220D2B0C2835}"/>
              </a:ext>
            </a:extLst>
          </p:cNvPr>
          <p:cNvSpPr/>
          <p:nvPr/>
        </p:nvSpPr>
        <p:spPr>
          <a:xfrm>
            <a:off x="638280" y="6279029"/>
            <a:ext cx="538200" cy="6624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62580977-871C-40F1-BE4B-088144065323}"/>
              </a:ext>
            </a:extLst>
          </p:cNvPr>
          <p:cNvSpPr/>
          <p:nvPr/>
        </p:nvSpPr>
        <p:spPr>
          <a:xfrm>
            <a:off x="698039" y="4539122"/>
            <a:ext cx="53820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C62FBD4D-FDA4-470A-A35A-0A8C25FD84CE}"/>
              </a:ext>
            </a:extLst>
          </p:cNvPr>
          <p:cNvSpPr/>
          <p:nvPr/>
        </p:nvSpPr>
        <p:spPr>
          <a:xfrm>
            <a:off x="3153336" y="4514708"/>
            <a:ext cx="53820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5649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AA224A9-5287-0037-F460-3DB896942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754" y="883703"/>
            <a:ext cx="7459116" cy="615400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A40572-37B9-45A2-9B52-7C7608A5E8B8}"/>
              </a:ext>
            </a:extLst>
          </p:cNvPr>
          <p:cNvSpPr txBox="1"/>
          <p:nvPr/>
        </p:nvSpPr>
        <p:spPr>
          <a:xfrm>
            <a:off x="549720" y="307440"/>
            <a:ext cx="9043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Option</a:t>
            </a:r>
            <a:r>
              <a:rPr lang="ja-JP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</a:t>
            </a:r>
            <a:r>
              <a:rPr lang="en-US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Gerber</a:t>
            </a:r>
            <a:r>
              <a:rPr lang="ja-JP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を選択します</a:t>
            </a: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15B3F8D4-5A0F-4F7D-BBC4-009497142549}"/>
              </a:ext>
            </a:extLst>
          </p:cNvPr>
          <p:cNvSpPr/>
          <p:nvPr/>
        </p:nvSpPr>
        <p:spPr>
          <a:xfrm>
            <a:off x="7405559" y="6637281"/>
            <a:ext cx="1286280" cy="3418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E927B4A3-5876-489F-8415-E03D534F2145}"/>
              </a:ext>
            </a:extLst>
          </p:cNvPr>
          <p:cNvSpPr/>
          <p:nvPr/>
        </p:nvSpPr>
        <p:spPr>
          <a:xfrm>
            <a:off x="1501501" y="2389141"/>
            <a:ext cx="870479" cy="325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76C065A-7ED4-4F7F-87C8-B6F8C9E804DB}"/>
              </a:ext>
            </a:extLst>
          </p:cNvPr>
          <p:cNvCxnSpPr>
            <a:cxnSpLocks/>
            <a:stCxn id="4" idx="5"/>
          </p:cNvCxnSpPr>
          <p:nvPr/>
        </p:nvCxnSpPr>
        <p:spPr>
          <a:xfrm flipH="1" flipV="1">
            <a:off x="2371980" y="2715021"/>
            <a:ext cx="5221936" cy="397231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D15C38F-4590-281F-61C4-A56D05B4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338" y="1771937"/>
            <a:ext cx="5582429" cy="391532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E14F65-4040-43E9-8D65-333138DCCB14}"/>
              </a:ext>
            </a:extLst>
          </p:cNvPr>
          <p:cNvSpPr txBox="1"/>
          <p:nvPr/>
        </p:nvSpPr>
        <p:spPr>
          <a:xfrm>
            <a:off x="549720" y="307440"/>
            <a:ext cx="6865960" cy="125658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Plotting Area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で、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単位を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mm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して、基板の外形サイズを入力します。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少し大きめの値で大丈夫です。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Format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Decimal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は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5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にしましょう。桁は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mm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にして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3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でいいでしょう。</a:t>
            </a: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21DE700C-E4B8-483F-A626-9755A226587F}"/>
              </a:ext>
            </a:extLst>
          </p:cNvPr>
          <p:cNvSpPr/>
          <p:nvPr/>
        </p:nvSpPr>
        <p:spPr>
          <a:xfrm>
            <a:off x="2718719" y="3187440"/>
            <a:ext cx="1761119" cy="68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F54D8EF2-4B35-4CAC-99C7-E504A6299968}"/>
              </a:ext>
            </a:extLst>
          </p:cNvPr>
          <p:cNvSpPr/>
          <p:nvPr/>
        </p:nvSpPr>
        <p:spPr>
          <a:xfrm>
            <a:off x="2627619" y="2550304"/>
            <a:ext cx="1842840" cy="22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CFED38B6-69EF-41FE-92D1-8902FDFB0668}"/>
              </a:ext>
            </a:extLst>
          </p:cNvPr>
          <p:cNvSpPr/>
          <p:nvPr/>
        </p:nvSpPr>
        <p:spPr>
          <a:xfrm>
            <a:off x="5195786" y="5207541"/>
            <a:ext cx="1137600" cy="351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F163AF04-5849-42AF-BF95-47ED798B9C17}"/>
              </a:ext>
            </a:extLst>
          </p:cNvPr>
          <p:cNvSpPr/>
          <p:nvPr/>
        </p:nvSpPr>
        <p:spPr>
          <a:xfrm>
            <a:off x="3852496" y="2797560"/>
            <a:ext cx="571179" cy="22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61A61D65-C753-434D-90C0-13A88B4FCEA1}"/>
              </a:ext>
            </a:extLst>
          </p:cNvPr>
          <p:cNvSpPr/>
          <p:nvPr/>
        </p:nvSpPr>
        <p:spPr>
          <a:xfrm>
            <a:off x="6936178" y="2174707"/>
            <a:ext cx="885434" cy="31007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CAAE0A7-8FA5-4739-A688-2156D59F9812}"/>
              </a:ext>
            </a:extLst>
          </p:cNvPr>
          <p:cNvCxnSpPr>
            <a:cxnSpLocks/>
          </p:cNvCxnSpPr>
          <p:nvPr/>
        </p:nvCxnSpPr>
        <p:spPr>
          <a:xfrm>
            <a:off x="3604614" y="824955"/>
            <a:ext cx="378086" cy="174544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44C0DD1-ED46-4DCF-A4F6-3D0E9B2E7D02}"/>
              </a:ext>
            </a:extLst>
          </p:cNvPr>
          <p:cNvCxnSpPr>
            <a:cxnSpLocks/>
          </p:cNvCxnSpPr>
          <p:nvPr/>
        </p:nvCxnSpPr>
        <p:spPr>
          <a:xfrm>
            <a:off x="2642500" y="1469584"/>
            <a:ext cx="720764" cy="171785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D67B2DE-6F3C-462B-9C0E-452D85D3C0BB}"/>
              </a:ext>
            </a:extLst>
          </p:cNvPr>
          <p:cNvSpPr txBox="1"/>
          <p:nvPr/>
        </p:nvSpPr>
        <p:spPr>
          <a:xfrm>
            <a:off x="4479838" y="5855901"/>
            <a:ext cx="4881922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RS-274-X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をクリックした後、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OK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を押します。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368E91F5-8605-4FFE-9221-4038543E9BDD}"/>
              </a:ext>
            </a:extLst>
          </p:cNvPr>
          <p:cNvCxnSpPr>
            <a:cxnSpLocks/>
          </p:cNvCxnSpPr>
          <p:nvPr/>
        </p:nvCxnSpPr>
        <p:spPr>
          <a:xfrm flipV="1">
            <a:off x="5713113" y="2570400"/>
            <a:ext cx="1440168" cy="263714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687190A-C807-FBAE-0D31-DDFCF40F1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54" y="1760255"/>
            <a:ext cx="7278116" cy="4039164"/>
          </a:xfrm>
          <a:prstGeom prst="rect">
            <a:avLst/>
          </a:prstGeom>
        </p:spPr>
      </p:pic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E927B4A3-5876-489F-8415-E03D534F2145}"/>
              </a:ext>
            </a:extLst>
          </p:cNvPr>
          <p:cNvSpPr/>
          <p:nvPr/>
        </p:nvSpPr>
        <p:spPr>
          <a:xfrm>
            <a:off x="3158028" y="2211104"/>
            <a:ext cx="870479" cy="325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07E632-6D35-4E13-8FD7-6A647B3792B5}"/>
              </a:ext>
            </a:extLst>
          </p:cNvPr>
          <p:cNvSpPr txBox="1"/>
          <p:nvPr/>
        </p:nvSpPr>
        <p:spPr>
          <a:xfrm>
            <a:off x="549720" y="307440"/>
            <a:ext cx="9043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Option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NC Drill...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を選択します</a:t>
            </a:r>
          </a:p>
        </p:txBody>
      </p:sp>
    </p:spTree>
    <p:extLst>
      <p:ext uri="{BB962C8B-B14F-4D97-AF65-F5344CB8AC3E}">
        <p14:creationId xmlns:p14="http://schemas.microsoft.com/office/powerpoint/2010/main" val="342134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7D5198C-8865-19FB-8199-1BC2A4820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039" y="1684083"/>
            <a:ext cx="4019550" cy="522922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36906E-8385-4F77-8B7F-A9BB3FE68E85}"/>
              </a:ext>
            </a:extLst>
          </p:cNvPr>
          <p:cNvSpPr txBox="1"/>
          <p:nvPr/>
        </p:nvSpPr>
        <p:spPr>
          <a:xfrm>
            <a:off x="549720" y="307440"/>
            <a:ext cx="5692049" cy="125658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Drill Table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単位を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mm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にし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て外形サイズを入力します。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少し大きめの値で大丈夫です。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Units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Decimal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は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5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、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桁は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mm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にして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3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でいいでしょう。</a:t>
            </a: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A71E2DA2-BCF9-46CE-AA51-4C9F78710CD0}"/>
              </a:ext>
            </a:extLst>
          </p:cNvPr>
          <p:cNvSpPr/>
          <p:nvPr/>
        </p:nvSpPr>
        <p:spPr>
          <a:xfrm>
            <a:off x="3296002" y="4678110"/>
            <a:ext cx="2067840" cy="736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6C608FFE-6434-402F-B699-3030E57846CC}"/>
              </a:ext>
            </a:extLst>
          </p:cNvPr>
          <p:cNvSpPr/>
          <p:nvPr/>
        </p:nvSpPr>
        <p:spPr>
          <a:xfrm>
            <a:off x="3211799" y="2426566"/>
            <a:ext cx="1842840" cy="22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067B32D0-F27E-49E2-9875-38EEB6CFF477}"/>
              </a:ext>
            </a:extLst>
          </p:cNvPr>
          <p:cNvSpPr/>
          <p:nvPr/>
        </p:nvSpPr>
        <p:spPr>
          <a:xfrm>
            <a:off x="5202067" y="2371006"/>
            <a:ext cx="576090" cy="316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AFD7F51-3394-4AC4-A1A5-EF5E1F7BADAD}"/>
              </a:ext>
            </a:extLst>
          </p:cNvPr>
          <p:cNvCxnSpPr>
            <a:cxnSpLocks/>
          </p:cNvCxnSpPr>
          <p:nvPr/>
        </p:nvCxnSpPr>
        <p:spPr>
          <a:xfrm>
            <a:off x="3354840" y="995680"/>
            <a:ext cx="1939386" cy="126836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B05E7DD-D681-4C45-AA68-55CB0F9569B6}"/>
              </a:ext>
            </a:extLst>
          </p:cNvPr>
          <p:cNvCxnSpPr>
            <a:cxnSpLocks/>
          </p:cNvCxnSpPr>
          <p:nvPr/>
        </p:nvCxnSpPr>
        <p:spPr>
          <a:xfrm>
            <a:off x="2060844" y="1565020"/>
            <a:ext cx="1656391" cy="308649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D3E7B2E8-46DD-424D-813B-9E81DC71F28D}"/>
              </a:ext>
            </a:extLst>
          </p:cNvPr>
          <p:cNvSpPr/>
          <p:nvPr/>
        </p:nvSpPr>
        <p:spPr>
          <a:xfrm>
            <a:off x="5960219" y="2034310"/>
            <a:ext cx="948370" cy="316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566C90C-F087-4E0D-8588-AC14CE8D2EED}"/>
              </a:ext>
            </a:extLst>
          </p:cNvPr>
          <p:cNvCxnSpPr>
            <a:cxnSpLocks/>
          </p:cNvCxnSpPr>
          <p:nvPr/>
        </p:nvCxnSpPr>
        <p:spPr>
          <a:xfrm flipV="1">
            <a:off x="5363842" y="2249619"/>
            <a:ext cx="999549" cy="240189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814B453-83A7-2643-16C1-4F39740DE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237" y="1736725"/>
            <a:ext cx="7296150" cy="408622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36906E-8385-4F77-8B7F-A9BB3FE68E85}"/>
              </a:ext>
            </a:extLst>
          </p:cNvPr>
          <p:cNvSpPr txBox="1"/>
          <p:nvPr/>
        </p:nvSpPr>
        <p:spPr>
          <a:xfrm>
            <a:off x="6018684" y="1198904"/>
            <a:ext cx="1711728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OK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で閉じます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。</a:t>
            </a: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067B32D0-F27E-49E2-9875-38EEB6CFF477}"/>
              </a:ext>
            </a:extLst>
          </p:cNvPr>
          <p:cNvSpPr/>
          <p:nvPr/>
        </p:nvSpPr>
        <p:spPr>
          <a:xfrm>
            <a:off x="7746085" y="2014366"/>
            <a:ext cx="942302" cy="42159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1105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9F8063A-62F9-7DA1-538E-927C61552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25" y="1279202"/>
            <a:ext cx="7115175" cy="608647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6FAACE-0816-48A9-BEB1-8C8362162E65}"/>
              </a:ext>
            </a:extLst>
          </p:cNvPr>
          <p:cNvSpPr txBox="1"/>
          <p:nvPr/>
        </p:nvSpPr>
        <p:spPr>
          <a:xfrm>
            <a:off x="301451" y="838246"/>
            <a:ext cx="9381029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Plots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Settings for plot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は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、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NC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Drill Data -[Through Hole]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以外はすべて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Gerber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」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を選択する。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8856A279-77F4-4416-A20F-46B040758EFB}"/>
              </a:ext>
            </a:extLst>
          </p:cNvPr>
          <p:cNvSpPr/>
          <p:nvPr/>
        </p:nvSpPr>
        <p:spPr>
          <a:xfrm>
            <a:off x="3799205" y="2814320"/>
            <a:ext cx="742315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9FD6913B-D898-4B25-BD83-6AA79513B506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3190240" y="2997200"/>
            <a:ext cx="608965" cy="10160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82B26A-50FC-42E2-ACF5-37FE1967F30F}"/>
              </a:ext>
            </a:extLst>
          </p:cNvPr>
          <p:cNvSpPr/>
          <p:nvPr/>
        </p:nvSpPr>
        <p:spPr>
          <a:xfrm>
            <a:off x="1482724" y="2472293"/>
            <a:ext cx="1971675" cy="13075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5E4198C-B0DF-4782-A5AB-C99AADF239D9}"/>
              </a:ext>
            </a:extLst>
          </p:cNvPr>
          <p:cNvSpPr/>
          <p:nvPr/>
        </p:nvSpPr>
        <p:spPr>
          <a:xfrm>
            <a:off x="1523047" y="3922077"/>
            <a:ext cx="2114233" cy="1825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E6DA8BC-244E-4686-AB42-89D83BA5D42A}"/>
              </a:ext>
            </a:extLst>
          </p:cNvPr>
          <p:cNvCxnSpPr>
            <a:cxnSpLocks/>
          </p:cNvCxnSpPr>
          <p:nvPr/>
        </p:nvCxnSpPr>
        <p:spPr>
          <a:xfrm flipV="1">
            <a:off x="3454399" y="3149600"/>
            <a:ext cx="497206" cy="853757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D75F8B2D-A115-4379-A05C-815442B634F8}"/>
              </a:ext>
            </a:extLst>
          </p:cNvPr>
          <p:cNvSpPr/>
          <p:nvPr/>
        </p:nvSpPr>
        <p:spPr>
          <a:xfrm>
            <a:off x="3686313" y="2133284"/>
            <a:ext cx="742315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67820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19BCEDE-8E3E-5D93-C55A-703CB6C1C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24" y="1349549"/>
            <a:ext cx="7115175" cy="608647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6FAACE-0816-48A9-BEB1-8C8362162E65}"/>
              </a:ext>
            </a:extLst>
          </p:cNvPr>
          <p:cNvSpPr txBox="1"/>
          <p:nvPr/>
        </p:nvSpPr>
        <p:spPr>
          <a:xfrm>
            <a:off x="549720" y="838246"/>
            <a:ext cx="9132760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NC Drill Data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は、「</a:t>
            </a:r>
            <a:r>
              <a:rPr lang="en-US" altLang="ja-JP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Excellon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」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を選択する。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8856A279-77F4-4416-A20F-46B040758EFB}"/>
              </a:ext>
            </a:extLst>
          </p:cNvPr>
          <p:cNvSpPr/>
          <p:nvPr/>
        </p:nvSpPr>
        <p:spPr>
          <a:xfrm>
            <a:off x="5923280" y="2814320"/>
            <a:ext cx="8229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56381E2D-35BB-4379-9FF7-8330CF50F6AD}"/>
              </a:ext>
            </a:extLst>
          </p:cNvPr>
          <p:cNvCxnSpPr>
            <a:cxnSpLocks/>
          </p:cNvCxnSpPr>
          <p:nvPr/>
        </p:nvCxnSpPr>
        <p:spPr>
          <a:xfrm flipV="1">
            <a:off x="3637280" y="3098800"/>
            <a:ext cx="2286000" cy="79248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6260963C-5ACB-47C7-93D4-2CE3523E3003}"/>
              </a:ext>
            </a:extLst>
          </p:cNvPr>
          <p:cNvSpPr/>
          <p:nvPr/>
        </p:nvSpPr>
        <p:spPr>
          <a:xfrm>
            <a:off x="3686313" y="2213668"/>
            <a:ext cx="742315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0033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BC8E551-F8A6-9768-D6B8-7B9D1DDD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98" y="1302079"/>
            <a:ext cx="7144747" cy="602064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100D5A-D2A2-429D-B0B7-AD849912C8F8}"/>
              </a:ext>
            </a:extLst>
          </p:cNvPr>
          <p:cNvSpPr txBox="1"/>
          <p:nvPr/>
        </p:nvSpPr>
        <p:spPr>
          <a:xfrm>
            <a:off x="549720" y="307440"/>
            <a:ext cx="4418302" cy="69104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Add Plot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で、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Documentation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の作成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します。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　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Add Plot...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を押す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FD8B95-3166-4BF7-A282-ABE0F3123A2E}"/>
              </a:ext>
            </a:extLst>
          </p:cNvPr>
          <p:cNvSpPr txBox="1"/>
          <p:nvPr/>
        </p:nvSpPr>
        <p:spPr>
          <a:xfrm>
            <a:off x="717898" y="877294"/>
            <a:ext cx="9043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Gerber</a:t>
            </a:r>
            <a:r>
              <a:rPr lang="ja-JP" sz="1800" b="0" i="0" u="none" strike="noStrike" kern="120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を選ぶ</a:t>
            </a: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61C2A655-B07D-4C8A-9B08-4EA6B2465267}"/>
              </a:ext>
            </a:extLst>
          </p:cNvPr>
          <p:cNvSpPr/>
          <p:nvPr/>
        </p:nvSpPr>
        <p:spPr>
          <a:xfrm>
            <a:off x="2140471" y="1568337"/>
            <a:ext cx="1236800" cy="34475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90EE4678-AE6D-4BAF-81C5-E6B9B7B53804}"/>
              </a:ext>
            </a:extLst>
          </p:cNvPr>
          <p:cNvSpPr/>
          <p:nvPr/>
        </p:nvSpPr>
        <p:spPr>
          <a:xfrm>
            <a:off x="3133843" y="3234450"/>
            <a:ext cx="979840" cy="33005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13BD2C7-EDA6-4AE0-871E-88F8412E534D}"/>
              </a:ext>
            </a:extLst>
          </p:cNvPr>
          <p:cNvCxnSpPr>
            <a:cxnSpLocks/>
          </p:cNvCxnSpPr>
          <p:nvPr/>
        </p:nvCxnSpPr>
        <p:spPr>
          <a:xfrm>
            <a:off x="2758871" y="1933781"/>
            <a:ext cx="568960" cy="130066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2734B1D-3312-701B-05D5-739A74102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272" y="1295279"/>
            <a:ext cx="7115175" cy="608647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B9534E-72D6-4FD7-B52D-3F13CCBE12E7}"/>
              </a:ext>
            </a:extLst>
          </p:cNvPr>
          <p:cNvSpPr txBox="1"/>
          <p:nvPr/>
        </p:nvSpPr>
        <p:spPr>
          <a:xfrm>
            <a:off x="549720" y="307440"/>
            <a:ext cx="636056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Plot 1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」が生成されるので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Plot Name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Documentation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にする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37EFDE2-C4E4-4FD4-8C5E-C83C16FC2F8B}"/>
              </a:ext>
            </a:extLst>
          </p:cNvPr>
          <p:cNvSpPr/>
          <p:nvPr/>
        </p:nvSpPr>
        <p:spPr>
          <a:xfrm>
            <a:off x="1298272" y="4038557"/>
            <a:ext cx="2359328" cy="24520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9BE076D-CBF5-49C4-9549-0D74CD413D5A}"/>
              </a:ext>
            </a:extLst>
          </p:cNvPr>
          <p:cNvCxnSpPr>
            <a:cxnSpLocks/>
          </p:cNvCxnSpPr>
          <p:nvPr/>
        </p:nvCxnSpPr>
        <p:spPr>
          <a:xfrm>
            <a:off x="1769607" y="644945"/>
            <a:ext cx="377245" cy="339361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A5A0F870-5BC0-43DB-AD17-B0449641020E}"/>
              </a:ext>
            </a:extLst>
          </p:cNvPr>
          <p:cNvSpPr/>
          <p:nvPr/>
        </p:nvSpPr>
        <p:spPr>
          <a:xfrm>
            <a:off x="4397645" y="3296436"/>
            <a:ext cx="1287538" cy="30152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E9986D7-9876-43FA-A9A1-2E3B000B1DEB}"/>
              </a:ext>
            </a:extLst>
          </p:cNvPr>
          <p:cNvCxnSpPr>
            <a:cxnSpLocks/>
          </p:cNvCxnSpPr>
          <p:nvPr/>
        </p:nvCxnSpPr>
        <p:spPr>
          <a:xfrm>
            <a:off x="5044067" y="644945"/>
            <a:ext cx="47460" cy="265149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6F3813-3954-461A-A1BB-DD42E983BCD3}"/>
              </a:ext>
            </a:extLst>
          </p:cNvPr>
          <p:cNvSpPr txBox="1"/>
          <p:nvPr/>
        </p:nvSpPr>
        <p:spPr>
          <a:xfrm>
            <a:off x="3873372" y="4161552"/>
            <a:ext cx="5644920" cy="69104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特に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Documentation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という名前でなくてもいいです。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基板のアウトラインを定義するデータファイルとなります。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AA1A5CDD-6895-45F6-B0E4-163DFF166AF8}"/>
              </a:ext>
            </a:extLst>
          </p:cNvPr>
          <p:cNvSpPr/>
          <p:nvPr/>
        </p:nvSpPr>
        <p:spPr>
          <a:xfrm>
            <a:off x="3502214" y="2158871"/>
            <a:ext cx="742315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03E6C29-EEDF-499E-AFCD-BADE7081B298}"/>
              </a:ext>
            </a:extLst>
          </p:cNvPr>
          <p:cNvCxnSpPr>
            <a:cxnSpLocks/>
          </p:cNvCxnSpPr>
          <p:nvPr/>
        </p:nvCxnSpPr>
        <p:spPr>
          <a:xfrm flipV="1">
            <a:off x="2981739" y="2524631"/>
            <a:ext cx="675861" cy="151392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24A0EA2-F148-74F6-9C9B-9A9B15199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25" y="1052585"/>
            <a:ext cx="7115175" cy="6086475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65526C-E2B9-4B1D-AE62-6A405BD59E0A}"/>
              </a:ext>
            </a:extLst>
          </p:cNvPr>
          <p:cNvSpPr txBox="1"/>
          <p:nvPr/>
        </p:nvSpPr>
        <p:spPr>
          <a:xfrm>
            <a:off x="447605" y="8774"/>
            <a:ext cx="8145861" cy="99112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アウトラインの設定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　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Documentation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Layers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タブの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[Board Outline]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[Documentation]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Y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にします。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(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実は、どのレイヤでもいいのですが、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Documentation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に作ります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)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ABC50F67-FCE8-4EDD-8F53-058DE5B80988}"/>
              </a:ext>
            </a:extLst>
          </p:cNvPr>
          <p:cNvSpPr/>
          <p:nvPr/>
        </p:nvSpPr>
        <p:spPr>
          <a:xfrm>
            <a:off x="4179557" y="1987388"/>
            <a:ext cx="683436" cy="21941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7244DFBC-2AFD-49F8-B2AA-D2F019A46BD5}"/>
              </a:ext>
            </a:extLst>
          </p:cNvPr>
          <p:cNvSpPr/>
          <p:nvPr/>
        </p:nvSpPr>
        <p:spPr>
          <a:xfrm>
            <a:off x="3753109" y="3705157"/>
            <a:ext cx="1753169" cy="37151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FC3B1BCB-A1F6-4996-9E1A-9111BEA36D11}"/>
              </a:ext>
            </a:extLst>
          </p:cNvPr>
          <p:cNvSpPr/>
          <p:nvPr/>
        </p:nvSpPr>
        <p:spPr>
          <a:xfrm>
            <a:off x="3753110" y="2752202"/>
            <a:ext cx="1882377" cy="22715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A0B8CFB6-6CF5-4E0F-85B4-FACD56039574}"/>
              </a:ext>
            </a:extLst>
          </p:cNvPr>
          <p:cNvSpPr/>
          <p:nvPr/>
        </p:nvSpPr>
        <p:spPr>
          <a:xfrm>
            <a:off x="1341214" y="3792498"/>
            <a:ext cx="2411895" cy="22715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30F701B-B57F-4AE2-9DBB-8088401B200B}"/>
              </a:ext>
            </a:extLst>
          </p:cNvPr>
          <p:cNvCxnSpPr>
            <a:cxnSpLocks/>
          </p:cNvCxnSpPr>
          <p:nvPr/>
        </p:nvCxnSpPr>
        <p:spPr>
          <a:xfrm flipV="1">
            <a:off x="2504661" y="2206800"/>
            <a:ext cx="1674896" cy="156037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5CCEF1E-8125-4659-1C2E-3002F7A34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968" y="1313069"/>
            <a:ext cx="7115175" cy="6086475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65526C-E2B9-4B1D-AE62-6A405BD59E0A}"/>
              </a:ext>
            </a:extLst>
          </p:cNvPr>
          <p:cNvSpPr txBox="1"/>
          <p:nvPr/>
        </p:nvSpPr>
        <p:spPr>
          <a:xfrm>
            <a:off x="549720" y="307440"/>
            <a:ext cx="2024763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アウトラインの設定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BA2625-FA0C-4F94-A054-76B60BFC4255}"/>
              </a:ext>
            </a:extLst>
          </p:cNvPr>
          <p:cNvSpPr txBox="1"/>
          <p:nvPr/>
        </p:nvSpPr>
        <p:spPr>
          <a:xfrm>
            <a:off x="656014" y="600426"/>
            <a:ext cx="9043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Settings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タブの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Unplated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Board Outlines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のチェックを入れます。</a:t>
            </a: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ABC50F67-FCE8-4EDD-8F53-058DE5B80988}"/>
              </a:ext>
            </a:extLst>
          </p:cNvPr>
          <p:cNvSpPr/>
          <p:nvPr/>
        </p:nvSpPr>
        <p:spPr>
          <a:xfrm>
            <a:off x="4534834" y="2216050"/>
            <a:ext cx="842236" cy="24885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FC3B1BCB-A1F6-4996-9E1A-9111BEA36D11}"/>
              </a:ext>
            </a:extLst>
          </p:cNvPr>
          <p:cNvSpPr/>
          <p:nvPr/>
        </p:nvSpPr>
        <p:spPr>
          <a:xfrm>
            <a:off x="3891694" y="3627783"/>
            <a:ext cx="1614584" cy="36661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9A9D108B-FB11-43D0-8F56-CEA4EDA30645}"/>
              </a:ext>
            </a:extLst>
          </p:cNvPr>
          <p:cNvSpPr/>
          <p:nvPr/>
        </p:nvSpPr>
        <p:spPr>
          <a:xfrm>
            <a:off x="1327807" y="4038234"/>
            <a:ext cx="2319853" cy="255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64FF6CF-65A3-4026-A0A0-E7B69192A20D}"/>
              </a:ext>
            </a:extLst>
          </p:cNvPr>
          <p:cNvCxnSpPr>
            <a:cxnSpLocks/>
          </p:cNvCxnSpPr>
          <p:nvPr/>
        </p:nvCxnSpPr>
        <p:spPr>
          <a:xfrm flipV="1">
            <a:off x="3011557" y="2464903"/>
            <a:ext cx="1523277" cy="152949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DFCD276-4285-46AA-A3D6-28552042E865}"/>
              </a:ext>
            </a:extLst>
          </p:cNvPr>
          <p:cNvCxnSpPr>
            <a:cxnSpLocks/>
          </p:cNvCxnSpPr>
          <p:nvPr/>
        </p:nvCxnSpPr>
        <p:spPr>
          <a:xfrm flipH="1">
            <a:off x="4621696" y="2534478"/>
            <a:ext cx="288234" cy="98696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2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28E3BC4-581E-0D6D-7A51-D71EDE7AF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24" y="1330964"/>
            <a:ext cx="7115175" cy="608647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954570-035C-4980-BD90-894B39A24EB1}"/>
              </a:ext>
            </a:extLst>
          </p:cNvPr>
          <p:cNvSpPr txBox="1"/>
          <p:nvPr/>
        </p:nvSpPr>
        <p:spPr>
          <a:xfrm>
            <a:off x="579537" y="39756"/>
            <a:ext cx="7400337" cy="129120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NC Drill Data-[Through Hole]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Settings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タブの</a:t>
            </a:r>
            <a:endParaRPr lang="en-US" alt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Plated Board Outlines 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Unplated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Board Outlines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のチェックを外します。</a:t>
            </a:r>
            <a:endParaRPr lang="en-US" alt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このチェックを入れ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てお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くと基板の外形情報が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Drill Data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の中に入り、</a:t>
            </a:r>
            <a:endParaRPr lang="en-US" alt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ソフトによっては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NC Drill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ではなく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NC Route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と認識されてしまうためです。</a:t>
            </a: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B27D210-9413-4824-BA31-92062205240D}"/>
              </a:ext>
            </a:extLst>
          </p:cNvPr>
          <p:cNvSpPr/>
          <p:nvPr/>
        </p:nvSpPr>
        <p:spPr>
          <a:xfrm>
            <a:off x="1481240" y="3732134"/>
            <a:ext cx="2385081" cy="3450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9971A626-D7A6-4704-80E0-28C0DF146FB0}"/>
              </a:ext>
            </a:extLst>
          </p:cNvPr>
          <p:cNvSpPr/>
          <p:nvPr/>
        </p:nvSpPr>
        <p:spPr>
          <a:xfrm>
            <a:off x="4685870" y="2185229"/>
            <a:ext cx="697210" cy="346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8D34EBA-1F75-4A50-B25A-1E4977D28A0D}"/>
              </a:ext>
            </a:extLst>
          </p:cNvPr>
          <p:cNvCxnSpPr>
            <a:cxnSpLocks/>
          </p:cNvCxnSpPr>
          <p:nvPr/>
        </p:nvCxnSpPr>
        <p:spPr>
          <a:xfrm flipV="1">
            <a:off x="3051313" y="2460328"/>
            <a:ext cx="1634557" cy="124221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BF0D7B1D-8237-4E0D-BE0D-C68D00CA4B85}"/>
              </a:ext>
            </a:extLst>
          </p:cNvPr>
          <p:cNvSpPr/>
          <p:nvPr/>
        </p:nvSpPr>
        <p:spPr>
          <a:xfrm>
            <a:off x="3749424" y="4442551"/>
            <a:ext cx="1826427" cy="8550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832FE22-6BB6-4799-8F48-4CB781266F82}"/>
              </a:ext>
            </a:extLst>
          </p:cNvPr>
          <p:cNvCxnSpPr>
            <a:cxnSpLocks/>
          </p:cNvCxnSpPr>
          <p:nvPr/>
        </p:nvCxnSpPr>
        <p:spPr>
          <a:xfrm flipH="1">
            <a:off x="4810539" y="2531549"/>
            <a:ext cx="229774" cy="189775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DF170CC-D8C9-F14E-C4AC-66E6BA4CB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675" y="861437"/>
            <a:ext cx="7115175" cy="608647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D1E805-384F-4329-89F9-2E780B28BF0F}"/>
              </a:ext>
            </a:extLst>
          </p:cNvPr>
          <p:cNvSpPr txBox="1"/>
          <p:nvPr/>
        </p:nvSpPr>
        <p:spPr>
          <a:xfrm>
            <a:off x="1280676" y="378665"/>
            <a:ext cx="7396810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Run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を押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と、チェックを入れたレイヤ別のガーバーファイルが生成されます。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D80AFCD8-DAE4-48F8-93B6-DEB1DD91E9AE}"/>
              </a:ext>
            </a:extLst>
          </p:cNvPr>
          <p:cNvSpPr/>
          <p:nvPr/>
        </p:nvSpPr>
        <p:spPr>
          <a:xfrm>
            <a:off x="5045571" y="6454364"/>
            <a:ext cx="1275716" cy="63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6B42185A-79A7-408B-BE0E-299EDDF4A3E1}"/>
              </a:ext>
            </a:extLst>
          </p:cNvPr>
          <p:cNvSpPr/>
          <p:nvPr/>
        </p:nvSpPr>
        <p:spPr>
          <a:xfrm>
            <a:off x="1192501" y="1915494"/>
            <a:ext cx="457394" cy="20204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3586ED6-CD0D-4F65-B1B4-6B2327C0A9C6}"/>
              </a:ext>
            </a:extLst>
          </p:cNvPr>
          <p:cNvCxnSpPr>
            <a:cxnSpLocks/>
          </p:cNvCxnSpPr>
          <p:nvPr/>
        </p:nvCxnSpPr>
        <p:spPr>
          <a:xfrm flipH="1">
            <a:off x="1684774" y="685800"/>
            <a:ext cx="4030226" cy="179898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E7E5F90-AE94-413E-B12B-B244ACB6B706}"/>
              </a:ext>
            </a:extLst>
          </p:cNvPr>
          <p:cNvCxnSpPr>
            <a:cxnSpLocks/>
          </p:cNvCxnSpPr>
          <p:nvPr/>
        </p:nvCxnSpPr>
        <p:spPr>
          <a:xfrm>
            <a:off x="1649895" y="3779838"/>
            <a:ext cx="3856383" cy="267452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935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6FAACE-0816-48A9-BEB1-8C8362162E65}"/>
              </a:ext>
            </a:extLst>
          </p:cNvPr>
          <p:cNvSpPr txBox="1"/>
          <p:nvPr/>
        </p:nvSpPr>
        <p:spPr>
          <a:xfrm>
            <a:off x="500023" y="348996"/>
            <a:ext cx="3362629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12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個のファイルが作成されます。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CC4C02-E452-4FDE-BC35-481540A7F0E6}"/>
              </a:ext>
            </a:extLst>
          </p:cNvPr>
          <p:cNvSpPr txBox="1"/>
          <p:nvPr/>
        </p:nvSpPr>
        <p:spPr>
          <a:xfrm>
            <a:off x="500023" y="739957"/>
            <a:ext cx="778377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JLC PCB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 注文するためには、ファイルの拡張子を変更する必要があります。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9C5DA3-3925-FD87-08FA-EA61155E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17" y="1346773"/>
            <a:ext cx="8746620" cy="44008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45ACC83-35D0-CA2A-B96B-5288A35967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588" y="4122071"/>
            <a:ext cx="6252297" cy="32333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E5CC6F-73A3-4F2A-8EA3-A27D1E3F6431}"/>
              </a:ext>
            </a:extLst>
          </p:cNvPr>
          <p:cNvSpPr txBox="1"/>
          <p:nvPr/>
        </p:nvSpPr>
        <p:spPr>
          <a:xfrm>
            <a:off x="216000" y="104461"/>
            <a:ext cx="7801408" cy="395732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ファイル名の変更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　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DesignSpark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PCB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で出力した状態での拡張子は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と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drl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の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2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種類ですが、</a:t>
            </a:r>
            <a:endParaRPr lang="en-US" alt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JLC PCB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へ発注する際はファイル名と拡張子を変更します。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以下のように変更してください。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Bottom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Copper.gbr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 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.GBL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Bottom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Silkscreen.gbr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.GBO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Bottom Solder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Mask.gbr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.GBS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Documentation.gbr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.GML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Drill Data - Through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Hole.drl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.TXT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Top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Copper.gbr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.GTL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- Top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Silkscreen.gbr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.GTO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altLang="ja-JP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- Top Solder </a:t>
            </a:r>
            <a:r>
              <a:rPr lang="en-US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Mask.gbr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〇〇〇〇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.GTS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097401-6814-457B-A1BD-681C4E83CD1B}"/>
              </a:ext>
            </a:extLst>
          </p:cNvPr>
          <p:cNvSpPr txBox="1"/>
          <p:nvPr/>
        </p:nvSpPr>
        <p:spPr>
          <a:xfrm>
            <a:off x="6837274" y="4950490"/>
            <a:ext cx="3413025" cy="1091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ドリルデータは</a:t>
            </a:r>
            <a:r>
              <a:rPr lang="en-US" alt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 .</a:t>
            </a:r>
            <a:r>
              <a:rPr lang="en-US" altLang="ja-JP" sz="2000" b="0" i="0" u="none" strike="noStrike" kern="1200" dirty="0" err="1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gbr</a:t>
            </a:r>
            <a:r>
              <a:rPr lang="en-US" alt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 </a:t>
            </a:r>
            <a:r>
              <a:rPr 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ではなく、</a:t>
            </a:r>
            <a:endParaRPr lang="en-US" altLang="ja-JP" sz="2000" b="0" i="0" u="none" strike="noStrike" kern="1200" dirty="0">
              <a:ln>
                <a:noFill/>
              </a:ln>
              <a:solidFill>
                <a:srgbClr val="FF00FF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Liberation Sans" panose="020B0604020202020204" pitchFamily="34" charset="0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.</a:t>
            </a:r>
            <a:r>
              <a:rPr lang="en-US" sz="2000" b="0" i="0" u="none" strike="noStrike" kern="1200" dirty="0" err="1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drl</a:t>
            </a:r>
            <a:r>
              <a:rPr 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を</a:t>
            </a:r>
            <a:r>
              <a:rPr lang="en-US" alt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 </a:t>
            </a:r>
            <a:r>
              <a:rPr lang="en-US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.TXT</a:t>
            </a:r>
            <a:r>
              <a:rPr 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に変換します。</a:t>
            </a:r>
            <a:endParaRPr lang="en-US" altLang="ja-JP" sz="2000" b="0" i="0" u="none" strike="noStrike" kern="1200" dirty="0">
              <a:ln>
                <a:noFill/>
              </a:ln>
              <a:solidFill>
                <a:srgbClr val="FF00FF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Liberation Sans" panose="020B0604020202020204" pitchFamily="34" charset="0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2000" b="0" i="0" u="none" strike="noStrike" kern="1200" dirty="0">
                <a:ln>
                  <a:noFill/>
                </a:ln>
                <a:solidFill>
                  <a:srgbClr val="FF00F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Liberation Sans" panose="020B0604020202020204" pitchFamily="34" charset="0"/>
              </a:rPr>
              <a:t>間違わないように！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CAC712-921A-4ACC-8228-B64E8DA7A6AB}"/>
              </a:ext>
            </a:extLst>
          </p:cNvPr>
          <p:cNvSpPr txBox="1"/>
          <p:nvPr/>
        </p:nvSpPr>
        <p:spPr>
          <a:xfrm>
            <a:off x="2658989" y="4460001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.GBL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C721A2-78CC-4F4A-A0B6-5AE3ED7FC4F9}"/>
              </a:ext>
            </a:extLst>
          </p:cNvPr>
          <p:cNvSpPr txBox="1"/>
          <p:nvPr/>
        </p:nvSpPr>
        <p:spPr>
          <a:xfrm>
            <a:off x="2799696" y="4752788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.GBO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7C8B82-8128-41C2-9562-12B9DC7006D6}"/>
              </a:ext>
            </a:extLst>
          </p:cNvPr>
          <p:cNvSpPr txBox="1"/>
          <p:nvPr/>
        </p:nvSpPr>
        <p:spPr>
          <a:xfrm>
            <a:off x="2969016" y="5040129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.GBS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5A0BFD-9931-4434-8420-10B6DDF29905}"/>
              </a:ext>
            </a:extLst>
          </p:cNvPr>
          <p:cNvSpPr txBox="1"/>
          <p:nvPr/>
        </p:nvSpPr>
        <p:spPr>
          <a:xfrm>
            <a:off x="2708961" y="5327052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.GML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2BC87A-71EE-4D18-A4D8-8F19D4C8252A}"/>
              </a:ext>
            </a:extLst>
          </p:cNvPr>
          <p:cNvSpPr txBox="1"/>
          <p:nvPr/>
        </p:nvSpPr>
        <p:spPr>
          <a:xfrm>
            <a:off x="3434811" y="6175040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</a:t>
            </a:r>
            <a:r>
              <a:rPr lang="en-US" altLang="ja-JP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TXT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9B32633-8A64-4ABB-AC31-922B82D7FD89}"/>
              </a:ext>
            </a:extLst>
          </p:cNvPr>
          <p:cNvSpPr txBox="1"/>
          <p:nvPr/>
        </p:nvSpPr>
        <p:spPr>
          <a:xfrm>
            <a:off x="2530870" y="6460072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.GTL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53DC6BD-C64A-486D-8310-8BE949FC8A37}"/>
              </a:ext>
            </a:extLst>
          </p:cNvPr>
          <p:cNvSpPr txBox="1"/>
          <p:nvPr/>
        </p:nvSpPr>
        <p:spPr>
          <a:xfrm>
            <a:off x="2721787" y="7022588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.GTS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151125-DC3E-4737-822D-B1FAC964C0B1}"/>
              </a:ext>
            </a:extLst>
          </p:cNvPr>
          <p:cNvSpPr txBox="1"/>
          <p:nvPr/>
        </p:nvSpPr>
        <p:spPr>
          <a:xfrm>
            <a:off x="2657519" y="6717555"/>
            <a:ext cx="1828800" cy="26791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en-US" altLang="ja-JP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RobotDCDC</a:t>
            </a:r>
            <a:r>
              <a:rPr lang="en-US" sz="1200" b="1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.GTO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809C138-9568-4B98-A8D1-BA3DB667B759}"/>
              </a:ext>
            </a:extLst>
          </p:cNvPr>
          <p:cNvSpPr txBox="1"/>
          <p:nvPr/>
        </p:nvSpPr>
        <p:spPr>
          <a:xfrm>
            <a:off x="3846368" y="5586950"/>
            <a:ext cx="1828800" cy="29099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ja-JP" altLang="en-US" sz="1200" b="1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未使用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C1AD2D2-2383-4B07-A01F-EAC2A6B695AE}"/>
              </a:ext>
            </a:extLst>
          </p:cNvPr>
          <p:cNvCxnSpPr>
            <a:cxnSpLocks/>
          </p:cNvCxnSpPr>
          <p:nvPr/>
        </p:nvCxnSpPr>
        <p:spPr>
          <a:xfrm>
            <a:off x="120588" y="6029634"/>
            <a:ext cx="35733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5960FB3-FD6E-4BA5-A339-4159BC74F260}"/>
              </a:ext>
            </a:extLst>
          </p:cNvPr>
          <p:cNvSpPr txBox="1"/>
          <p:nvPr/>
        </p:nvSpPr>
        <p:spPr>
          <a:xfrm>
            <a:off x="3667006" y="5879246"/>
            <a:ext cx="1828800" cy="29099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200" b="1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→ </a:t>
            </a:r>
            <a:r>
              <a:rPr lang="ja-JP" altLang="en-US" sz="1200" b="1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未使用</a:t>
            </a:r>
            <a:endParaRPr lang="en-US" sz="1200" b="1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B536975-3F4A-4BB5-BED5-D5D3FD238F36}"/>
              </a:ext>
            </a:extLst>
          </p:cNvPr>
          <p:cNvCxnSpPr>
            <a:cxnSpLocks/>
          </p:cNvCxnSpPr>
          <p:nvPr/>
        </p:nvCxnSpPr>
        <p:spPr>
          <a:xfrm flipV="1">
            <a:off x="5124659" y="5415221"/>
            <a:ext cx="1712615" cy="389897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60ECF6E-D96B-4550-1474-11A587360790}"/>
              </a:ext>
            </a:extLst>
          </p:cNvPr>
          <p:cNvCxnSpPr>
            <a:cxnSpLocks/>
          </p:cNvCxnSpPr>
          <p:nvPr/>
        </p:nvCxnSpPr>
        <p:spPr>
          <a:xfrm>
            <a:off x="272988" y="5739907"/>
            <a:ext cx="35733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3515DDA-2502-4F29-5C1A-6A8BA4A7D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35" y="1028298"/>
            <a:ext cx="8233370" cy="424481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65526C-E2B9-4B1D-AE62-6A405BD59E0A}"/>
              </a:ext>
            </a:extLst>
          </p:cNvPr>
          <p:cNvSpPr txBox="1"/>
          <p:nvPr/>
        </p:nvSpPr>
        <p:spPr>
          <a:xfrm>
            <a:off x="549720" y="307440"/>
            <a:ext cx="5373051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作成した 〇〇〇〇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.G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〇〇ファイルを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zip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圧縮します。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56D0AA9-5491-4299-9569-915C0E513D5D}"/>
              </a:ext>
            </a:extLst>
          </p:cNvPr>
          <p:cNvSpPr/>
          <p:nvPr/>
        </p:nvSpPr>
        <p:spPr>
          <a:xfrm>
            <a:off x="549720" y="1766035"/>
            <a:ext cx="4244007" cy="21349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E847B7C1-DCFF-4262-87C5-EB2C0BE03FB9}"/>
              </a:ext>
            </a:extLst>
          </p:cNvPr>
          <p:cNvSpPr/>
          <p:nvPr/>
        </p:nvSpPr>
        <p:spPr>
          <a:xfrm>
            <a:off x="508073" y="1360082"/>
            <a:ext cx="2265272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D760F05-12DC-4E8D-B5AB-AE5C06362A31}"/>
              </a:ext>
            </a:extLst>
          </p:cNvPr>
          <p:cNvSpPr/>
          <p:nvPr/>
        </p:nvSpPr>
        <p:spPr>
          <a:xfrm>
            <a:off x="549720" y="2949295"/>
            <a:ext cx="4244007" cy="21770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65867A2-D49E-40F2-915E-824C6EAE84A9}"/>
              </a:ext>
            </a:extLst>
          </p:cNvPr>
          <p:cNvSpPr txBox="1"/>
          <p:nvPr/>
        </p:nvSpPr>
        <p:spPr>
          <a:xfrm>
            <a:off x="1371406" y="5593626"/>
            <a:ext cx="603919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これで、</a:t>
            </a:r>
            <a:r>
              <a:rPr lang="en-US" altLang="ja-JP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JLC 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PCB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に提出するファイルの作成は、終了です。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874763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15F020A-35DE-47BE-A8C7-2CBAAD5F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095" y="2071339"/>
            <a:ext cx="7906853" cy="505848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65526C-E2B9-4B1D-AE62-6A405BD59E0A}"/>
              </a:ext>
            </a:extLst>
          </p:cNvPr>
          <p:cNvSpPr txBox="1"/>
          <p:nvPr/>
        </p:nvSpPr>
        <p:spPr>
          <a:xfrm>
            <a:off x="443882" y="223599"/>
            <a:ext cx="5194918" cy="65641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JLC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PCB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にアクセスして、基板を発注します。</a:t>
            </a:r>
            <a:endParaRPr lang="en-US" alt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  <a:hlinkClick r:id="rId4"/>
              </a:rPr>
              <a:t>https://jlcpcb.com/jp</a:t>
            </a:r>
            <a:endParaRPr lang="ja-JP" alt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DC484F4-AEA0-4163-BE98-A13A480252C5}"/>
              </a:ext>
            </a:extLst>
          </p:cNvPr>
          <p:cNvCxnSpPr>
            <a:cxnSpLocks/>
          </p:cNvCxnSpPr>
          <p:nvPr/>
        </p:nvCxnSpPr>
        <p:spPr>
          <a:xfrm>
            <a:off x="3593486" y="3045125"/>
            <a:ext cx="255034" cy="64261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65867A2-D49E-40F2-915E-824C6EAE84A9}"/>
              </a:ext>
            </a:extLst>
          </p:cNvPr>
          <p:cNvSpPr txBox="1"/>
          <p:nvPr/>
        </p:nvSpPr>
        <p:spPr>
          <a:xfrm>
            <a:off x="443882" y="1129145"/>
            <a:ext cx="397869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「製品」→「</a:t>
            </a:r>
            <a:r>
              <a:rPr lang="en-US" altLang="ja-JP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FR-4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基板」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をクリックします。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A40D67E8-3202-4A73-9435-1AFDE9FBBDE3}"/>
              </a:ext>
            </a:extLst>
          </p:cNvPr>
          <p:cNvSpPr/>
          <p:nvPr/>
        </p:nvSpPr>
        <p:spPr>
          <a:xfrm>
            <a:off x="3101887" y="2548083"/>
            <a:ext cx="646148" cy="46642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07185FCB-5593-0DE4-D498-AB520646DC5B}"/>
              </a:ext>
            </a:extLst>
          </p:cNvPr>
          <p:cNvSpPr/>
          <p:nvPr/>
        </p:nvSpPr>
        <p:spPr>
          <a:xfrm>
            <a:off x="3673871" y="3739405"/>
            <a:ext cx="767499" cy="46642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281234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46E7-A413-5769-986E-6BF7B351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F998846-D8B3-457B-FE0A-228E70D3E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76" y="1520106"/>
            <a:ext cx="7240010" cy="5649113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15FCCBD-B893-E733-5B64-8960E1551885}"/>
              </a:ext>
            </a:extLst>
          </p:cNvPr>
          <p:cNvSpPr txBox="1"/>
          <p:nvPr/>
        </p:nvSpPr>
        <p:spPr>
          <a:xfrm>
            <a:off x="443882" y="978420"/>
            <a:ext cx="3118587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「お見積もり」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をクリックします。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956881FB-3A22-875F-55A6-071135D99EAE}"/>
              </a:ext>
            </a:extLst>
          </p:cNvPr>
          <p:cNvSpPr/>
          <p:nvPr/>
        </p:nvSpPr>
        <p:spPr>
          <a:xfrm>
            <a:off x="5634974" y="5150605"/>
            <a:ext cx="1569694" cy="88896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04239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6FEBB8-E41B-DC82-BA56-A9519188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15" y="1822895"/>
            <a:ext cx="9621593" cy="4858428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DC484F4-AEA0-4163-BE98-A13A480252C5}"/>
              </a:ext>
            </a:extLst>
          </p:cNvPr>
          <p:cNvCxnSpPr>
            <a:cxnSpLocks/>
          </p:cNvCxnSpPr>
          <p:nvPr/>
        </p:nvCxnSpPr>
        <p:spPr>
          <a:xfrm>
            <a:off x="4501662" y="878352"/>
            <a:ext cx="538649" cy="416022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65867A2-D49E-40F2-915E-824C6EAE84A9}"/>
              </a:ext>
            </a:extLst>
          </p:cNvPr>
          <p:cNvSpPr txBox="1"/>
          <p:nvPr/>
        </p:nvSpPr>
        <p:spPr>
          <a:xfrm>
            <a:off x="139117" y="129440"/>
            <a:ext cx="9228403" cy="6910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ガーバーファイルを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追加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をクリックして、先ほどの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zip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ファイルをアップロードします。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そして、ガーバーファイルがちゃんとできているかを確認します。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A40D67E8-3202-4A73-9435-1AFDE9FBBDE3}"/>
              </a:ext>
            </a:extLst>
          </p:cNvPr>
          <p:cNvSpPr/>
          <p:nvPr/>
        </p:nvSpPr>
        <p:spPr>
          <a:xfrm>
            <a:off x="3650980" y="5038576"/>
            <a:ext cx="2749819" cy="9874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554702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5762035-66AF-A0AD-72AE-E692CADB1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42" y="1069597"/>
            <a:ext cx="9602540" cy="5420481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65867A2-D49E-40F2-915E-824C6EAE84A9}"/>
              </a:ext>
            </a:extLst>
          </p:cNvPr>
          <p:cNvSpPr txBox="1"/>
          <p:nvPr/>
        </p:nvSpPr>
        <p:spPr>
          <a:xfrm>
            <a:off x="139117" y="129440"/>
            <a:ext cx="9634803" cy="6910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ガーバーファイルがアップロードされました。「ガーバービューア」を押して、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　　　　　　　　　　　　　　　　　　　　　　　　　　　　　　　　　　　　　　　　　　　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ガーバーデータを確認します。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392AE8FE-CC32-4FC0-B4E3-2B1C4AB8CDA7}"/>
              </a:ext>
            </a:extLst>
          </p:cNvPr>
          <p:cNvSpPr/>
          <p:nvPr/>
        </p:nvSpPr>
        <p:spPr>
          <a:xfrm>
            <a:off x="8031479" y="3423565"/>
            <a:ext cx="1594841" cy="4165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C2A2C63-BB26-4510-A157-BAF958CDB4AF}"/>
              </a:ext>
            </a:extLst>
          </p:cNvPr>
          <p:cNvCxnSpPr>
            <a:cxnSpLocks/>
          </p:cNvCxnSpPr>
          <p:nvPr/>
        </p:nvCxnSpPr>
        <p:spPr>
          <a:xfrm>
            <a:off x="8179358" y="848161"/>
            <a:ext cx="462224" cy="246779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730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BE0E18D-FAD7-643F-4392-FF29303A72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728" y="1205803"/>
            <a:ext cx="9367192" cy="4795723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DC484F4-AEA0-4163-BE98-A13A480252C5}"/>
              </a:ext>
            </a:extLst>
          </p:cNvPr>
          <p:cNvCxnSpPr>
            <a:cxnSpLocks/>
          </p:cNvCxnSpPr>
          <p:nvPr/>
        </p:nvCxnSpPr>
        <p:spPr>
          <a:xfrm>
            <a:off x="1350052" y="774716"/>
            <a:ext cx="1011311" cy="93350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65867A2-D49E-40F2-915E-824C6EAE84A9}"/>
              </a:ext>
            </a:extLst>
          </p:cNvPr>
          <p:cNvSpPr txBox="1"/>
          <p:nvPr/>
        </p:nvSpPr>
        <p:spPr>
          <a:xfrm>
            <a:off x="139117" y="129440"/>
            <a:ext cx="9634803" cy="6910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ガーバー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ファイルがレイヤーごとに重なって表示されます。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アイマークを閉じると、そのレイヤーは隠れます。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A94ACDA-BC63-41AB-A33A-EA20D4CCA19D}"/>
              </a:ext>
            </a:extLst>
          </p:cNvPr>
          <p:cNvSpPr txBox="1"/>
          <p:nvPr/>
        </p:nvSpPr>
        <p:spPr>
          <a:xfrm>
            <a:off x="406728" y="6182249"/>
            <a:ext cx="9634803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ドリルは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.TXT 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ではなくて、</a:t>
            </a:r>
            <a:r>
              <a:rPr lang="en-US" altLang="ja-JP" sz="1800" b="0" i="0" u="none" strike="noStrike" kern="1200" dirty="0" err="1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drl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になっているようです。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82855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1DF5D1D-795F-E876-D1DB-3B368EA5C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6" y="519612"/>
            <a:ext cx="9231013" cy="680179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7E85414-C9E0-4F83-9AFD-8717FFEFD990}"/>
              </a:ext>
            </a:extLst>
          </p:cNvPr>
          <p:cNvSpPr txBox="1"/>
          <p:nvPr/>
        </p:nvSpPr>
        <p:spPr>
          <a:xfrm>
            <a:off x="1300967" y="4983587"/>
            <a:ext cx="20088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基板厚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1.6mm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F8004F-AD2F-4623-9318-E6E5741E3146}"/>
              </a:ext>
            </a:extLst>
          </p:cNvPr>
          <p:cNvSpPr txBox="1"/>
          <p:nvPr/>
        </p:nvSpPr>
        <p:spPr>
          <a:xfrm>
            <a:off x="5248202" y="4071825"/>
            <a:ext cx="1611636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種類なので 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90942-3654-4C17-AB17-B4A71A358C36}"/>
              </a:ext>
            </a:extLst>
          </p:cNvPr>
          <p:cNvSpPr txBox="1"/>
          <p:nvPr/>
        </p:nvSpPr>
        <p:spPr>
          <a:xfrm>
            <a:off x="410016" y="71646"/>
            <a:ext cx="3635204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発注する基板の仕様を入力します。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F6EB0E-54F5-4023-91E5-BE4129360B38}"/>
              </a:ext>
            </a:extLst>
          </p:cNvPr>
          <p:cNvSpPr txBox="1"/>
          <p:nvPr/>
        </p:nvSpPr>
        <p:spPr>
          <a:xfrm>
            <a:off x="1003578" y="683193"/>
            <a:ext cx="20088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基板材質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FR4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AD43CF-8319-4437-A9AA-31B29B6A01F0}"/>
              </a:ext>
            </a:extLst>
          </p:cNvPr>
          <p:cNvSpPr txBox="1"/>
          <p:nvPr/>
        </p:nvSpPr>
        <p:spPr>
          <a:xfrm>
            <a:off x="1019982" y="1246478"/>
            <a:ext cx="20088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レイヤー　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2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層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F39E663-B8F3-4DA2-96B5-5686DC20E986}"/>
              </a:ext>
            </a:extLst>
          </p:cNvPr>
          <p:cNvSpPr txBox="1"/>
          <p:nvPr/>
        </p:nvSpPr>
        <p:spPr>
          <a:xfrm>
            <a:off x="4493536" y="1715243"/>
            <a:ext cx="2493032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基板サイズ 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25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x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27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 mm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7D10398-07C7-44F2-902E-58605BC6C894}"/>
              </a:ext>
            </a:extLst>
          </p:cNvPr>
          <p:cNvSpPr txBox="1"/>
          <p:nvPr/>
        </p:nvSpPr>
        <p:spPr>
          <a:xfrm>
            <a:off x="3235123" y="2189747"/>
            <a:ext cx="19245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製造枚数　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10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枚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D1E1467-3B8B-46F6-9ACD-6B0846A2D968}"/>
              </a:ext>
            </a:extLst>
          </p:cNvPr>
          <p:cNvSpPr txBox="1"/>
          <p:nvPr/>
        </p:nvSpPr>
        <p:spPr>
          <a:xfrm>
            <a:off x="1227877" y="7232519"/>
            <a:ext cx="6531317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基板表面仕上げ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HASL(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半田レベラー処理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)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　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ENIG(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金めっき処理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)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07FEC82-8F9B-468B-840C-E1DB2850CCA9}"/>
              </a:ext>
            </a:extLst>
          </p:cNvPr>
          <p:cNvSpPr txBox="1"/>
          <p:nvPr/>
        </p:nvSpPr>
        <p:spPr>
          <a:xfrm>
            <a:off x="4127163" y="3633907"/>
            <a:ext cx="316103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デバリング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/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エッジの丸め　はい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02DDCA5-3902-DADF-D573-81848C847022}"/>
              </a:ext>
            </a:extLst>
          </p:cNvPr>
          <p:cNvSpPr txBox="1"/>
          <p:nvPr/>
        </p:nvSpPr>
        <p:spPr>
          <a:xfrm>
            <a:off x="5740052" y="2631974"/>
            <a:ext cx="2891482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産業用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/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民生用電子機器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D9F3D27-7244-CAFF-16A9-3A4C4DB66FAE}"/>
              </a:ext>
            </a:extLst>
          </p:cNvPr>
          <p:cNvSpPr txBox="1"/>
          <p:nvPr/>
        </p:nvSpPr>
        <p:spPr>
          <a:xfrm>
            <a:off x="1300967" y="4535621"/>
            <a:ext cx="1246601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面付けなし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D50DF8-06C4-C62D-AA58-36C4EBA26F91}"/>
              </a:ext>
            </a:extLst>
          </p:cNvPr>
          <p:cNvSpPr txBox="1"/>
          <p:nvPr/>
        </p:nvSpPr>
        <p:spPr>
          <a:xfrm>
            <a:off x="3400328" y="5234005"/>
            <a:ext cx="1169208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基板色 紫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36B608-988A-37B3-91E6-69144FB855FD}"/>
              </a:ext>
            </a:extLst>
          </p:cNvPr>
          <p:cNvSpPr txBox="1"/>
          <p:nvPr/>
        </p:nvSpPr>
        <p:spPr>
          <a:xfrm>
            <a:off x="3255671" y="5949729"/>
            <a:ext cx="2972650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シルクは、自動で決まります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77C13A3-9972-FBB7-0539-B80C3FCEF9EB}"/>
              </a:ext>
            </a:extLst>
          </p:cNvPr>
          <p:cNvSpPr txBox="1"/>
          <p:nvPr/>
        </p:nvSpPr>
        <p:spPr>
          <a:xfrm>
            <a:off x="1269098" y="6395643"/>
            <a:ext cx="1310337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素材は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FR4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2CBB837-4166-82BE-EE88-F3E735260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9" y="624507"/>
            <a:ext cx="9069066" cy="6935168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DB2B7B-D0CC-43AD-9CBB-076B231B2698}"/>
              </a:ext>
            </a:extLst>
          </p:cNvPr>
          <p:cNvSpPr txBox="1"/>
          <p:nvPr/>
        </p:nvSpPr>
        <p:spPr>
          <a:xfrm>
            <a:off x="396563" y="1597933"/>
            <a:ext cx="2223984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ビアはレジストカバー</a:t>
            </a:r>
            <a:endParaRPr lang="en-US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BBDBD9-0799-4B4E-AF0B-C56C0EAED21B}"/>
              </a:ext>
            </a:extLst>
          </p:cNvPr>
          <p:cNvSpPr txBox="1"/>
          <p:nvPr/>
        </p:nvSpPr>
        <p:spPr>
          <a:xfrm>
            <a:off x="2453032" y="861854"/>
            <a:ext cx="25506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銅箔の厚さ 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1oz(35um)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90942-3654-4C17-AB17-B4A71A358C36}"/>
              </a:ext>
            </a:extLst>
          </p:cNvPr>
          <p:cNvSpPr txBox="1"/>
          <p:nvPr/>
        </p:nvSpPr>
        <p:spPr>
          <a:xfrm>
            <a:off x="226876" y="101883"/>
            <a:ext cx="3635204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発注する基板の仕様を入力します。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E9EF50B-3BDC-4A95-AF62-7544589F4C49}"/>
              </a:ext>
            </a:extLst>
          </p:cNvPr>
          <p:cNvSpPr txBox="1"/>
          <p:nvPr/>
        </p:nvSpPr>
        <p:spPr>
          <a:xfrm>
            <a:off x="1918152" y="3149114"/>
            <a:ext cx="25506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最小穴径</a:t>
            </a:r>
            <a:r>
              <a:rPr 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(0.3mm)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A64BFEC-5B1F-46A4-884B-651B86E0CD98}"/>
              </a:ext>
            </a:extLst>
          </p:cNvPr>
          <p:cNvSpPr txBox="1"/>
          <p:nvPr/>
        </p:nvSpPr>
        <p:spPr>
          <a:xfrm>
            <a:off x="5225694" y="5648652"/>
            <a:ext cx="237729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基本、デフォルトで 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OK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81257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C8C5F31-F428-79D1-628C-21F721E42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277" y="577651"/>
            <a:ext cx="3743847" cy="683990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90942-3654-4C17-AB17-B4A71A358C36}"/>
              </a:ext>
            </a:extLst>
          </p:cNvPr>
          <p:cNvSpPr txBox="1"/>
          <p:nvPr/>
        </p:nvSpPr>
        <p:spPr>
          <a:xfrm>
            <a:off x="226876" y="101883"/>
            <a:ext cx="3663160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右側に価格が自動計算されている。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A893458-0600-41BB-B096-21BC5FDE90DB}"/>
              </a:ext>
            </a:extLst>
          </p:cNvPr>
          <p:cNvSpPr/>
          <p:nvPr/>
        </p:nvSpPr>
        <p:spPr>
          <a:xfrm>
            <a:off x="3136558" y="4338441"/>
            <a:ext cx="3544566" cy="79626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DC5C2C-3D9C-4CD1-9114-F13BC017A41F}"/>
              </a:ext>
            </a:extLst>
          </p:cNvPr>
          <p:cNvSpPr txBox="1"/>
          <p:nvPr/>
        </p:nvSpPr>
        <p:spPr>
          <a:xfrm>
            <a:off x="86198" y="3088794"/>
            <a:ext cx="2749816" cy="6910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仕様が確定したら、カートに追加をクリックする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720688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F2738-F851-DDE0-4C37-93E80FD1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11688C-B045-68C8-F41E-19DA10E2CCE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9571" y="962650"/>
            <a:ext cx="4932666" cy="651816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CB410A4-E57E-D47E-CA1A-83180BBB004E}"/>
              </a:ext>
            </a:extLst>
          </p:cNvPr>
          <p:cNvSpPr txBox="1"/>
          <p:nvPr/>
        </p:nvSpPr>
        <p:spPr>
          <a:xfrm>
            <a:off x="326375" y="290336"/>
            <a:ext cx="8847770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保存が完了したら、カートが </a:t>
            </a:r>
            <a:r>
              <a:rPr lang="en-US" alt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1 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になります。カートをクリックします。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718610E-58D3-3372-2140-FBFC846C4109}"/>
              </a:ext>
            </a:extLst>
          </p:cNvPr>
          <p:cNvCxnSpPr>
            <a:cxnSpLocks/>
          </p:cNvCxnSpPr>
          <p:nvPr/>
        </p:nvCxnSpPr>
        <p:spPr>
          <a:xfrm>
            <a:off x="3293166" y="590862"/>
            <a:ext cx="1178350" cy="371788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415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3EA59EEF-67EA-ECC0-5EC8-B34ABF9CBC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72" y="1224311"/>
            <a:ext cx="9576079" cy="401759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5468D3-7B5B-4535-8C2B-1444432B74FC}"/>
              </a:ext>
            </a:extLst>
          </p:cNvPr>
          <p:cNvSpPr txBox="1"/>
          <p:nvPr/>
        </p:nvSpPr>
        <p:spPr>
          <a:xfrm>
            <a:off x="6007456" y="442389"/>
            <a:ext cx="2645189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安全な決済をクリックする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5F81688-9664-4C20-8F66-24E6DE6E040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330051" y="833350"/>
            <a:ext cx="919646" cy="333671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94BAF3C-A229-4D50-4D4C-7E1DAC2FEC38}"/>
              </a:ext>
            </a:extLst>
          </p:cNvPr>
          <p:cNvSpPr txBox="1"/>
          <p:nvPr/>
        </p:nvSpPr>
        <p:spPr>
          <a:xfrm>
            <a:off x="571920" y="697496"/>
            <a:ext cx="2346774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基板のチェックをして、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EB86317D-C8C5-1721-3AF4-6AB0A5498868}"/>
              </a:ext>
            </a:extLst>
          </p:cNvPr>
          <p:cNvSpPr/>
          <p:nvPr/>
        </p:nvSpPr>
        <p:spPr>
          <a:xfrm>
            <a:off x="223682" y="2220685"/>
            <a:ext cx="630428" cy="165797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vert="horz" wrap="none" lIns="108000" tIns="63000" rIns="108000" bIns="63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BD8734B0-F147-2BFA-8F90-1844E6F19642}"/>
              </a:ext>
            </a:extLst>
          </p:cNvPr>
          <p:cNvCxnSpPr>
            <a:cxnSpLocks/>
          </p:cNvCxnSpPr>
          <p:nvPr/>
        </p:nvCxnSpPr>
        <p:spPr>
          <a:xfrm flipH="1">
            <a:off x="854110" y="1088457"/>
            <a:ext cx="783771" cy="125280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B921C67-519F-2EB5-837D-BC7180DBE2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83" y="1807238"/>
            <a:ext cx="9847385" cy="36576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5468D3-7B5B-4535-8C2B-1444432B74FC}"/>
              </a:ext>
            </a:extLst>
          </p:cNvPr>
          <p:cNvSpPr txBox="1"/>
          <p:nvPr/>
        </p:nvSpPr>
        <p:spPr>
          <a:xfrm>
            <a:off x="332212" y="611354"/>
            <a:ext cx="1501863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住所を入れる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5F81688-9664-4C20-8F66-24E6DE6E040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83144" y="1002315"/>
            <a:ext cx="588423" cy="184027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33292B-C9D4-4FB1-BC05-50BC0984346C}"/>
              </a:ext>
            </a:extLst>
          </p:cNvPr>
          <p:cNvSpPr/>
          <p:nvPr/>
        </p:nvSpPr>
        <p:spPr>
          <a:xfrm>
            <a:off x="2661807" y="2911736"/>
            <a:ext cx="1496062" cy="1192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10710F4-35C3-4EE2-A9D6-7093A50890D8}"/>
              </a:ext>
            </a:extLst>
          </p:cNvPr>
          <p:cNvSpPr/>
          <p:nvPr/>
        </p:nvSpPr>
        <p:spPr>
          <a:xfrm>
            <a:off x="489389" y="2915071"/>
            <a:ext cx="2172417" cy="1159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475B66-C069-4EE4-0BE0-1A4C0182E024}"/>
              </a:ext>
            </a:extLst>
          </p:cNvPr>
          <p:cNvSpPr txBox="1"/>
          <p:nvPr/>
        </p:nvSpPr>
        <p:spPr>
          <a:xfrm>
            <a:off x="6007456" y="442389"/>
            <a:ext cx="2206095" cy="3909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「次へ」をクリックする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FE35C60-674F-435F-58D2-FDCEEC168619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7110504" y="833350"/>
            <a:ext cx="1269821" cy="268357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314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1953B0C-7143-F862-E224-C2C84956C1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155" y="1419847"/>
            <a:ext cx="9711065" cy="488046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5468D3-7B5B-4535-8C2B-1444432B74FC}"/>
              </a:ext>
            </a:extLst>
          </p:cNvPr>
          <p:cNvSpPr txBox="1"/>
          <p:nvPr/>
        </p:nvSpPr>
        <p:spPr>
          <a:xfrm>
            <a:off x="206493" y="324145"/>
            <a:ext cx="8902413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配送業者を選択する。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安いので、</a:t>
            </a:r>
            <a:r>
              <a:rPr lang="en-US" altLang="ja-JP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OCS Express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を選んでみました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5F81688-9664-4C20-8F66-24E6DE6E0402}"/>
              </a:ext>
            </a:extLst>
          </p:cNvPr>
          <p:cNvCxnSpPr>
            <a:cxnSpLocks/>
          </p:cNvCxnSpPr>
          <p:nvPr/>
        </p:nvCxnSpPr>
        <p:spPr>
          <a:xfrm flipH="1">
            <a:off x="845268" y="844062"/>
            <a:ext cx="1226974" cy="398622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7DCA47F-CAF7-4ABF-8288-7382D6802A39}"/>
              </a:ext>
            </a:extLst>
          </p:cNvPr>
          <p:cNvSpPr/>
          <p:nvPr/>
        </p:nvSpPr>
        <p:spPr>
          <a:xfrm>
            <a:off x="410805" y="2829328"/>
            <a:ext cx="3518099" cy="1192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3B42C51-DC32-4323-B385-3D8401C5970E}"/>
              </a:ext>
            </a:extLst>
          </p:cNvPr>
          <p:cNvSpPr/>
          <p:nvPr/>
        </p:nvSpPr>
        <p:spPr>
          <a:xfrm>
            <a:off x="410806" y="2610121"/>
            <a:ext cx="1892820" cy="1192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06D4F5-3731-8CE2-C76B-0B0E3669A2D0}"/>
              </a:ext>
            </a:extLst>
          </p:cNvPr>
          <p:cNvSpPr txBox="1"/>
          <p:nvPr/>
        </p:nvSpPr>
        <p:spPr>
          <a:xfrm>
            <a:off x="7216248" y="899930"/>
            <a:ext cx="2206095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「次へ」をクリックする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5E5E8FA-E77B-34EC-6018-36C6A45FFE1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319296" y="1290891"/>
            <a:ext cx="272045" cy="196477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028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DEEE347B-2370-A820-34B4-1355D2DF21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138" y="1125477"/>
            <a:ext cx="9475596" cy="520461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5468D3-7B5B-4535-8C2B-1444432B74FC}"/>
              </a:ext>
            </a:extLst>
          </p:cNvPr>
          <p:cNvSpPr txBox="1"/>
          <p:nvPr/>
        </p:nvSpPr>
        <p:spPr>
          <a:xfrm>
            <a:off x="751178" y="281987"/>
            <a:ext cx="8902413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お支払い手続き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は、</a:t>
            </a:r>
            <a:r>
              <a:rPr lang="en-US" altLang="ja-JP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PayPal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ユーザなので、</a:t>
            </a:r>
            <a:r>
              <a:rPr lang="en-US" altLang="ja-JP" dirty="0" err="1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Paypal</a:t>
            </a:r>
            <a:r>
              <a:rPr lang="ja-JP" altLang="en-US" dirty="0"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を選びました。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5F81688-9664-4C20-8F66-24E6DE6E0402}"/>
              </a:ext>
            </a:extLst>
          </p:cNvPr>
          <p:cNvCxnSpPr>
            <a:cxnSpLocks/>
          </p:cNvCxnSpPr>
          <p:nvPr/>
        </p:nvCxnSpPr>
        <p:spPr>
          <a:xfrm flipH="1">
            <a:off x="844062" y="672948"/>
            <a:ext cx="2441749" cy="442156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FFD8297-E07E-4C7A-B35A-CC750AAF73EA}"/>
              </a:ext>
            </a:extLst>
          </p:cNvPr>
          <p:cNvCxnSpPr>
            <a:cxnSpLocks/>
          </p:cNvCxnSpPr>
          <p:nvPr/>
        </p:nvCxnSpPr>
        <p:spPr>
          <a:xfrm>
            <a:off x="5776527" y="672948"/>
            <a:ext cx="2221961" cy="272339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CFDDD5-29A2-4F41-8C02-0AD9AF89ADCE}"/>
              </a:ext>
            </a:extLst>
          </p:cNvPr>
          <p:cNvSpPr txBox="1"/>
          <p:nvPr/>
        </p:nvSpPr>
        <p:spPr>
          <a:xfrm>
            <a:off x="2679768" y="6587135"/>
            <a:ext cx="4721087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支払いが完了したら、「支払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い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成功」とでます。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7625991-91CC-4BC4-ADAB-94615E982898}"/>
              </a:ext>
            </a:extLst>
          </p:cNvPr>
          <p:cNvSpPr/>
          <p:nvPr/>
        </p:nvSpPr>
        <p:spPr>
          <a:xfrm>
            <a:off x="365709" y="2747272"/>
            <a:ext cx="3593342" cy="1192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9C25F1E-F19B-476E-83BC-F244DBC2B199}"/>
              </a:ext>
            </a:extLst>
          </p:cNvPr>
          <p:cNvSpPr/>
          <p:nvPr/>
        </p:nvSpPr>
        <p:spPr>
          <a:xfrm>
            <a:off x="365709" y="2532901"/>
            <a:ext cx="1892820" cy="1192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523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204C-42BB-3804-4BC0-24F8688B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C6D0916-96AC-0C0C-1B40-F3A97C28E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38" y="1760255"/>
            <a:ext cx="8230749" cy="403916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68AFE8-34AF-5273-BD1D-9E0C07B69ACD}"/>
              </a:ext>
            </a:extLst>
          </p:cNvPr>
          <p:cNvSpPr txBox="1"/>
          <p:nvPr/>
        </p:nvSpPr>
        <p:spPr>
          <a:xfrm>
            <a:off x="2830493" y="1241412"/>
            <a:ext cx="4721087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支払いが完了したら、「支払</a:t>
            </a: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い</a:t>
            </a:r>
            <a:r>
              <a:rPr lang="ja-JP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成功」とでます。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AD4712A-FB48-28B6-F7A2-BA1C6D55F51B}"/>
              </a:ext>
            </a:extLst>
          </p:cNvPr>
          <p:cNvCxnSpPr>
            <a:cxnSpLocks/>
          </p:cNvCxnSpPr>
          <p:nvPr/>
        </p:nvCxnSpPr>
        <p:spPr>
          <a:xfrm flipV="1">
            <a:off x="4350936" y="4823209"/>
            <a:ext cx="321548" cy="139672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01D71F-0F9B-B11D-5EC1-AA56F593BF23}"/>
              </a:ext>
            </a:extLst>
          </p:cNvPr>
          <p:cNvSpPr txBox="1"/>
          <p:nvPr/>
        </p:nvSpPr>
        <p:spPr>
          <a:xfrm>
            <a:off x="1949381" y="6219930"/>
            <a:ext cx="6692202" cy="3909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ＭＳ Ｐゴシック" pitchFamily="2"/>
                <a:cs typeface="Mangal" pitchFamily="2"/>
              </a:rPr>
              <a:t>「注文ステータスの表示」を押すと、発注履歴がでてきます。</a:t>
            </a:r>
            <a:endParaRPr lang="ja-JP" sz="1800" b="0" i="0" u="none" strike="noStrike" kern="1200" dirty="0">
              <a:ln>
                <a:noFill/>
              </a:ln>
              <a:solidFill>
                <a:srgbClr val="FF0000"/>
              </a:solidFill>
              <a:latin typeface="Liberation Sans" pitchFamily="18"/>
              <a:ea typeface="ＭＳ Ｐゴシック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06911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0E38179-9F86-695D-3267-AF33C6A1E03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76473"/>
            <a:ext cx="10080625" cy="4406728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A0FC40-E9A3-45AE-B006-D0B2CF3FC49D}"/>
              </a:ext>
            </a:extLst>
          </p:cNvPr>
          <p:cNvSpPr/>
          <p:nvPr/>
        </p:nvSpPr>
        <p:spPr>
          <a:xfrm>
            <a:off x="7702825" y="3846443"/>
            <a:ext cx="934545" cy="1162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1024</Words>
  <Application>Microsoft Office PowerPoint</Application>
  <PresentationFormat>ユーザー設定</PresentationFormat>
  <Paragraphs>147</Paragraphs>
  <Slides>36</Slides>
  <Notes>36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2" baseType="lpstr">
      <vt:lpstr>Liberation Sans</vt:lpstr>
      <vt:lpstr>Liberation Serif</vt:lpstr>
      <vt:lpstr>ＭＳ Ｐゴシック</vt:lpstr>
      <vt:lpstr>游ゴシック</vt:lpstr>
      <vt:lpstr>Arial</vt:lpstr>
      <vt:lpstr>標準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minao</dc:creator>
  <cp:lastModifiedBy>三七男 山本</cp:lastModifiedBy>
  <cp:revision>95</cp:revision>
  <dcterms:created xsi:type="dcterms:W3CDTF">2014-02-23T01:05:10Z</dcterms:created>
  <dcterms:modified xsi:type="dcterms:W3CDTF">2026-02-20T20:35:53Z</dcterms:modified>
</cp:coreProperties>
</file>