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356" r:id="rId3"/>
    <p:sldId id="411" r:id="rId4"/>
    <p:sldId id="412" r:id="rId5"/>
    <p:sldId id="413" r:id="rId6"/>
    <p:sldId id="3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A3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6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5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17300-614F-475F-883E-297FBDAC493B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7660F-FF80-4364-BBC9-35AB35C51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92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18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0775-6884-C13C-1792-0645C8B0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BB80564-C8CF-A0DC-E706-5F3DFF938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EF8686-EA40-0D04-C297-01E013021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880845-B089-85FE-5BC6-271A23253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134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A604-2422-AF08-C935-C324E4ED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A03885-E1C5-0C23-27E5-7E7B91DBE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F64851-E765-5358-1A2E-1CC442797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3E638C-D862-E352-2FE8-D493570A8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311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997C7-A8E0-2FA9-C379-50F76A43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453B59-9D8C-8447-B110-D252672B9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FBA3425-B4F6-01C7-1F0D-B0615E7AA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EBE46E-C23F-269D-850E-8C8DA26CF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0193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948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0001-7513-495D-A82D-45B596600A74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56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6629A-ED80-4405-9047-A28BA8D7CF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58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204FE-B1F2-46F9-8D71-6DB416073EC7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11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A92B-A36D-42A4-B072-51D8C6EBD4C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31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4363-AF5F-47E8-907D-EB9E5487FC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56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5FB-CE28-404F-AE7E-CE139579E101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9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C589-A6A9-48E2-8F24-BE60FFD30E1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55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32043-CA65-45CF-91A5-19D31A66B892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86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17F8C-E835-4FDA-B51D-489A9808742C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9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5BE-6B6E-42FF-9C4F-9C1ADAC4DF2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48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DC7A-3F10-4B7D-93A8-452FAC4D686D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335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ABD12-64D3-4EBE-8D2C-43D693D9970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219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A2179-E127-416E-949F-2936325D6D1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59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C515-E5D5-4A35-8EAE-0B5E4BDFF34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8460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7E2C-79E6-47C1-B6A5-3E7144F9AD9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95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EEC7-AAC5-45B2-AA53-2E95B7D875D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777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9FCBA-7A3E-4412-A358-A284411A6FE8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76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1AC51BD-3909-4258-A020-CE99C0BEBAFE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9268" y="0"/>
            <a:ext cx="856907" cy="4715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630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908CB4-817C-DD39-D0A1-77AC343BA5EA}"/>
              </a:ext>
            </a:extLst>
          </p:cNvPr>
          <p:cNvSpPr txBox="1"/>
          <p:nvPr/>
        </p:nvSpPr>
        <p:spPr>
          <a:xfrm>
            <a:off x="341789" y="1454034"/>
            <a:ext cx="8460419" cy="304698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R="0" algn="ctr"/>
            <a:r>
              <a:rPr lang="ja-JP" altLang="en-US" sz="4800" b="0" i="0" strike="noStrike" dirty="0">
                <a:solidFill>
                  <a:srgbClr val="C0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モデルロケット</a:t>
            </a:r>
          </a:p>
          <a:p>
            <a:pPr marR="0" algn="ctr"/>
            <a:r>
              <a:rPr lang="ja-JP" altLang="en-US" sz="4800" dirty="0">
                <a:solidFill>
                  <a:srgbClr val="C0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エンジンマウント</a:t>
            </a:r>
            <a:endParaRPr lang="ja-JP" altLang="en-US" sz="4800" b="0" i="0" strike="noStrike" dirty="0">
              <a:solidFill>
                <a:srgbClr val="C0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pPr marR="0" algn="ctr"/>
            <a:r>
              <a:rPr lang="ja-JP" altLang="en-US" sz="4800" dirty="0">
                <a:solidFill>
                  <a:srgbClr val="C0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を作ろう</a:t>
            </a:r>
            <a:endParaRPr lang="en-US" altLang="ja-JP" sz="4800" b="0" i="0" strike="noStrike" dirty="0">
              <a:solidFill>
                <a:srgbClr val="C0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pPr marR="0" algn="ctr"/>
            <a:r>
              <a:rPr lang="en-US" altLang="ja-JP" sz="4800" b="0" i="0" strike="noStrike" dirty="0">
                <a:solidFill>
                  <a:srgbClr val="7030A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2026</a:t>
            </a:r>
            <a:endParaRPr lang="ja-JP" altLang="en-US" b="0" i="0" strike="noStrike" dirty="0">
              <a:solidFill>
                <a:srgbClr val="7030A0"/>
              </a:solidFill>
              <a:latin typeface="Mangal" panose="02040503050203030202" pitchFamily="18" charset="0"/>
              <a:ea typeface="ＭＳ Ｐゴシック" panose="020B060007020508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281D72-6BEB-E199-BD24-E6D0B38913FC}"/>
              </a:ext>
            </a:extLst>
          </p:cNvPr>
          <p:cNvSpPr txBox="1"/>
          <p:nvPr/>
        </p:nvSpPr>
        <p:spPr>
          <a:xfrm>
            <a:off x="2070262" y="4837483"/>
            <a:ext cx="5003474" cy="83099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R="0" algn="ctr"/>
            <a:r>
              <a:rPr lang="ja-JP" altLang="en-US" sz="2400" dirty="0">
                <a:solidFill>
                  <a:srgbClr val="C0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㈱</a:t>
            </a:r>
            <a:r>
              <a:rPr lang="ja-JP" altLang="en-US" sz="2400" b="0" i="0" u="none" strike="noStrike" baseline="0" dirty="0">
                <a:solidFill>
                  <a:srgbClr val="C0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ビジュアル・テクノロジー研究所</a:t>
            </a:r>
          </a:p>
          <a:p>
            <a:pPr marR="0" algn="ctr"/>
            <a:r>
              <a:rPr lang="ja-JP" altLang="en-US" sz="2400" dirty="0">
                <a:solidFill>
                  <a:srgbClr val="C0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山本　三七男</a:t>
            </a:r>
            <a:endParaRPr lang="ja-JP" altLang="en-US" sz="2400" b="0" i="0" u="none" strike="noStrike" baseline="0" dirty="0">
              <a:solidFill>
                <a:srgbClr val="C00000"/>
              </a:solidFill>
              <a:latin typeface="Mangal" panose="02040503050203030202" pitchFamily="18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57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84463164-3F99-E495-CB79-2F9928B6F5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899" y="1668527"/>
            <a:ext cx="1776476" cy="43735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A39ECC9-1C05-F8AC-CB35-16757A8505A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9168" y="1668527"/>
            <a:ext cx="2676345" cy="293298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98031E5-9D0E-76D2-7591-4702A7B0D87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438" y="1668527"/>
            <a:ext cx="2004678" cy="437359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CC6058-D9D0-C478-268D-4AF289E311D3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筒に金具を取り付けます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56F4AC-3314-23AD-CDE1-4FF523F17C76}"/>
              </a:ext>
            </a:extLst>
          </p:cNvPr>
          <p:cNvSpPr txBox="1"/>
          <p:nvPr/>
        </p:nvSpPr>
        <p:spPr>
          <a:xfrm>
            <a:off x="1082899" y="1050900"/>
            <a:ext cx="5887244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端から</a:t>
            </a:r>
            <a:r>
              <a:rPr kumimoji="1" lang="en-US" altLang="ja-JP" sz="20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12mm</a:t>
            </a:r>
            <a:r>
              <a:rPr kumimoji="1" lang="ja-JP" altLang="en-US" sz="20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あたりに切り込みを入れます。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C3403A2E-1FFB-8E02-0D39-756F25141A0D}"/>
              </a:ext>
            </a:extLst>
          </p:cNvPr>
          <p:cNvCxnSpPr>
            <a:cxnSpLocks/>
          </p:cNvCxnSpPr>
          <p:nvPr/>
        </p:nvCxnSpPr>
        <p:spPr>
          <a:xfrm>
            <a:off x="3838755" y="1451010"/>
            <a:ext cx="319177" cy="886748"/>
          </a:xfrm>
          <a:prstGeom prst="straightConnector1">
            <a:avLst/>
          </a:prstGeom>
          <a:ln w="38100">
            <a:solidFill>
              <a:srgbClr val="9E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AD0DFE9-0F84-9981-E094-438DEFF3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2</a:t>
            </a:fld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9240EC95-C5BC-019E-5BEF-99339F963A0E}"/>
              </a:ext>
            </a:extLst>
          </p:cNvPr>
          <p:cNvCxnSpPr>
            <a:cxnSpLocks/>
          </p:cNvCxnSpPr>
          <p:nvPr/>
        </p:nvCxnSpPr>
        <p:spPr>
          <a:xfrm>
            <a:off x="2475506" y="5302020"/>
            <a:ext cx="0" cy="632954"/>
          </a:xfrm>
          <a:prstGeom prst="straightConnector1">
            <a:avLst/>
          </a:prstGeom>
          <a:ln w="38100">
            <a:solidFill>
              <a:srgbClr val="9E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2D45CE8-204E-DA51-69E9-480EFD717F33}"/>
              </a:ext>
            </a:extLst>
          </p:cNvPr>
          <p:cNvSpPr txBox="1"/>
          <p:nvPr/>
        </p:nvSpPr>
        <p:spPr>
          <a:xfrm>
            <a:off x="2515690" y="543184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C00000"/>
                </a:solidFill>
              </a:rPr>
              <a:t>12mm</a:t>
            </a:r>
            <a:endParaRPr kumimoji="1" lang="ja-JP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99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E3550B-3F13-29B4-B778-17D7E027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813520A-DDC2-9D96-84CF-12FB2F7568A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4332" y="1451010"/>
            <a:ext cx="6395333" cy="486659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1C03F7-B176-12FF-8098-D82F825B184F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エンジンマウントの製作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45A0E8-BA9B-0195-6ED7-A8DEA54B0FF7}"/>
              </a:ext>
            </a:extLst>
          </p:cNvPr>
          <p:cNvSpPr txBox="1"/>
          <p:nvPr/>
        </p:nvSpPr>
        <p:spPr>
          <a:xfrm>
            <a:off x="1882421" y="976557"/>
            <a:ext cx="5887244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3</a:t>
            </a:r>
            <a:r>
              <a:rPr kumimoji="1" lang="ja-JP" altLang="en-US" sz="20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本の筒と柱で、エンジンを組んでいきます。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B796AF5-F2E1-32EC-41ED-290293E6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98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4"/>
    </mc:Choice>
    <mc:Fallback>
      <p:transition spd="slow" advTm="232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C7E3C8-3117-D95D-CB7A-B026C1E5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37C112AC-DE9F-3972-6D8F-F715A01BC8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0956" y="1884498"/>
            <a:ext cx="3960956" cy="448179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E8EDFBA-8335-3480-3C8D-F5490E06FB0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32" y="1376667"/>
            <a:ext cx="3946585" cy="526211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5BAE07-C732-EA1B-484C-F9B2436FD0E8}"/>
              </a:ext>
            </a:extLst>
          </p:cNvPr>
          <p:cNvSpPr txBox="1"/>
          <p:nvPr/>
        </p:nvSpPr>
        <p:spPr>
          <a:xfrm>
            <a:off x="4767242" y="1424866"/>
            <a:ext cx="4614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下部は揃えてしまって、大丈夫です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6FFDC2-19EA-82C0-06DB-2C020828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4</a:t>
            </a:fld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4413412-FCD6-1F93-2B6E-A1C14107B155}"/>
              </a:ext>
            </a:extLst>
          </p:cNvPr>
          <p:cNvCxnSpPr>
            <a:cxnSpLocks/>
          </p:cNvCxnSpPr>
          <p:nvPr/>
        </p:nvCxnSpPr>
        <p:spPr>
          <a:xfrm flipH="1">
            <a:off x="2191109" y="3278038"/>
            <a:ext cx="362310" cy="2889849"/>
          </a:xfrm>
          <a:prstGeom prst="straightConnector1">
            <a:avLst/>
          </a:prstGeom>
          <a:ln w="38100">
            <a:solidFill>
              <a:srgbClr val="9E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4F738C8-07C1-BB2E-B73F-32D9963B5672}"/>
              </a:ext>
            </a:extLst>
          </p:cNvPr>
          <p:cNvSpPr txBox="1"/>
          <p:nvPr/>
        </p:nvSpPr>
        <p:spPr>
          <a:xfrm rot="16663136">
            <a:off x="3212069" y="2578383"/>
            <a:ext cx="954107" cy="400110"/>
          </a:xfrm>
          <a:prstGeom prst="rect">
            <a:avLst/>
          </a:prstGeom>
          <a:solidFill>
            <a:schemeClr val="tx1">
              <a:alpha val="57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C00000"/>
                </a:solidFill>
              </a:rPr>
              <a:t>10mm</a:t>
            </a:r>
            <a:endParaRPr kumimoji="1" lang="ja-JP" alt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FEE5B8-BDC1-653B-2C2B-0BAB578ABD05}"/>
              </a:ext>
            </a:extLst>
          </p:cNvPr>
          <p:cNvSpPr txBox="1"/>
          <p:nvPr/>
        </p:nvSpPr>
        <p:spPr>
          <a:xfrm rot="16639372">
            <a:off x="1560166" y="440525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rgbClr val="C00000"/>
                </a:solidFill>
              </a:rPr>
              <a:t>41mm</a:t>
            </a:r>
            <a:endParaRPr kumimoji="1" lang="ja-JP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666F184-AA4A-C9CF-F841-D918DE88CADE}"/>
              </a:ext>
            </a:extLst>
          </p:cNvPr>
          <p:cNvCxnSpPr>
            <a:cxnSpLocks/>
          </p:cNvCxnSpPr>
          <p:nvPr/>
        </p:nvCxnSpPr>
        <p:spPr>
          <a:xfrm flipH="1">
            <a:off x="3968151" y="2403893"/>
            <a:ext cx="110237" cy="805133"/>
          </a:xfrm>
          <a:prstGeom prst="straightConnector1">
            <a:avLst/>
          </a:prstGeom>
          <a:ln w="38100">
            <a:solidFill>
              <a:srgbClr val="9E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BE8E568-0BFB-0484-6FE0-CCA682EA50C7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エンジンマウントの製作</a:t>
            </a:r>
          </a:p>
        </p:txBody>
      </p:sp>
    </p:spTree>
    <p:extLst>
      <p:ext uri="{BB962C8B-B14F-4D97-AF65-F5344CB8AC3E}">
        <p14:creationId xmlns:p14="http://schemas.microsoft.com/office/powerpoint/2010/main" val="1629202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4"/>
    </mc:Choice>
    <mc:Fallback>
      <p:transition spd="slow" advTm="23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01C587-05E9-2B25-0801-76C4592B1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0539DB-2E03-E98F-E05E-71386590ED42}"/>
              </a:ext>
            </a:extLst>
          </p:cNvPr>
          <p:cNvSpPr txBox="1"/>
          <p:nvPr/>
        </p:nvSpPr>
        <p:spPr>
          <a:xfrm>
            <a:off x="483582" y="1141702"/>
            <a:ext cx="8224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上昇中にエンジンが外れないように、</a:t>
            </a:r>
          </a:p>
          <a:p>
            <a:pPr algn="ctr"/>
            <a:r>
              <a:rPr kumimoji="1" lang="ja-JP" altLang="en-US" sz="24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接着剤でがっつり固定してください。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C02DFBB-C192-A33E-1DE1-59885107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AEC3D5B-7D79-5BB4-38B5-E41CC3344CF9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エンジンマウントの製作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31D7C530-EE42-5EC9-BADD-D942F93F22C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007" y="2089076"/>
            <a:ext cx="3264264" cy="432035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2776A6E-1137-38C7-0673-325FD2978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539" y="2089076"/>
            <a:ext cx="4642973" cy="43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91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4"/>
    </mc:Choice>
    <mc:Fallback>
      <p:transition spd="slow" advTm="232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BACF15B-AEE5-9D6A-BA50-1444E8CEDE5B}"/>
              </a:ext>
            </a:extLst>
          </p:cNvPr>
          <p:cNvSpPr txBox="1"/>
          <p:nvPr/>
        </p:nvSpPr>
        <p:spPr>
          <a:xfrm>
            <a:off x="1722268" y="2844225"/>
            <a:ext cx="6454065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本番に向けて、頑張ってください。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59695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3663</TotalTime>
  <Words>564</Words>
  <Application>Microsoft Office PowerPoint</Application>
  <PresentationFormat>画面に合わせる (4:3)</PresentationFormat>
  <Paragraphs>43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4" baseType="lpstr">
      <vt:lpstr>HGP創英角ﾎﾟｯﾌﾟ体</vt:lpstr>
      <vt:lpstr>HGS創英角ﾎﾟｯﾌﾟ体</vt:lpstr>
      <vt:lpstr>源ノ角ゴシック JP Bold</vt:lpstr>
      <vt:lpstr>游ゴシック</vt:lpstr>
      <vt:lpstr>Century Gothic</vt:lpstr>
      <vt:lpstr>Mangal</vt:lpstr>
      <vt:lpstr>Wingdings 3</vt:lpstr>
      <vt:lpstr>スライス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Minao Yamamoto</dc:creator>
  <cp:lastModifiedBy>三七男 山本</cp:lastModifiedBy>
  <cp:revision>340</cp:revision>
  <dcterms:created xsi:type="dcterms:W3CDTF">2022-08-06T15:04:50Z</dcterms:created>
  <dcterms:modified xsi:type="dcterms:W3CDTF">2026-07-03T09:52:09Z</dcterms:modified>
</cp:coreProperties>
</file>