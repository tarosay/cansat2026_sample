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82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4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41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14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32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72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72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0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37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5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71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0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63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34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en/softwar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1253627" y="3358841"/>
            <a:ext cx="4350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/>
              <a:t>ArduinoIDE</a:t>
            </a:r>
            <a:r>
              <a:rPr kumimoji="1" lang="ja-JP" altLang="en-US" sz="2800" dirty="0"/>
              <a:t>のインストール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73E90-413F-9771-C132-D80CE44398A0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1797784" y="7521388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㈱ビジュアル・テクノロジー研究所</a:t>
            </a:r>
          </a:p>
          <a:p>
            <a:r>
              <a:rPr kumimoji="1" lang="ja-JP" altLang="en-US" sz="2000" dirty="0"/>
              <a:t>山本三七男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71A244-5812-D0BB-A310-BCC5CC418567}"/>
              </a:ext>
            </a:extLst>
          </p:cNvPr>
          <p:cNvSpPr txBox="1"/>
          <p:nvPr/>
        </p:nvSpPr>
        <p:spPr>
          <a:xfrm>
            <a:off x="1002693" y="2191246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事前にインストールしておく</a:t>
            </a:r>
          </a:p>
        </p:txBody>
      </p:sp>
    </p:spTree>
    <p:extLst>
      <p:ext uri="{BB962C8B-B14F-4D97-AF65-F5344CB8AC3E}">
        <p14:creationId xmlns:p14="http://schemas.microsoft.com/office/powerpoint/2010/main" val="87467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991680A-8F07-E62E-4ACD-12D5F172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2915"/>
            <a:ext cx="6858000" cy="277599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86660" y="745918"/>
            <a:ext cx="6240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1.Arduino</a:t>
            </a:r>
            <a:r>
              <a:rPr kumimoji="1" lang="ja-JP" altLang="en-US" sz="2000" dirty="0"/>
              <a:t>サイトから</a:t>
            </a:r>
            <a:r>
              <a:rPr kumimoji="1" lang="en-US" altLang="ja-JP" sz="2000" dirty="0" err="1"/>
              <a:t>ArduinoIDE</a:t>
            </a:r>
            <a:r>
              <a:rPr kumimoji="1" lang="ja-JP" altLang="en-US" sz="2000" dirty="0"/>
              <a:t>をダウンロードします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73E90-413F-9771-C132-D80CE44398A0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50EF6E4-4308-E12B-A47E-0E29221FDE69}"/>
              </a:ext>
            </a:extLst>
          </p:cNvPr>
          <p:cNvSpPr txBox="1"/>
          <p:nvPr/>
        </p:nvSpPr>
        <p:spPr>
          <a:xfrm>
            <a:off x="440566" y="1146028"/>
            <a:ext cx="439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3"/>
              </a:rPr>
              <a:t>https://www.arduino.cc/en/software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0A00CF-69AB-FE01-0720-6BA7252FDBDF}"/>
              </a:ext>
            </a:extLst>
          </p:cNvPr>
          <p:cNvSpPr/>
          <p:nvPr/>
        </p:nvSpPr>
        <p:spPr>
          <a:xfrm>
            <a:off x="3429000" y="4740910"/>
            <a:ext cx="2435069" cy="21208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AFA621FF-7849-1120-2666-F757EBCEF8B2}"/>
              </a:ext>
            </a:extLst>
          </p:cNvPr>
          <p:cNvSpPr/>
          <p:nvPr/>
        </p:nvSpPr>
        <p:spPr>
          <a:xfrm>
            <a:off x="795888" y="6902949"/>
            <a:ext cx="4910428" cy="1227906"/>
          </a:xfrm>
          <a:prstGeom prst="wedgeRectCallout">
            <a:avLst>
              <a:gd name="adj1" fmla="val 15007"/>
              <a:gd name="adj2" fmla="val -208758"/>
            </a:avLst>
          </a:prstGeom>
          <a:solidFill>
            <a:schemeClr val="bg1">
              <a:lumMod val="95000"/>
            </a:schemeClr>
          </a:solidFill>
          <a:ln w="222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続けて </a:t>
            </a:r>
            <a:r>
              <a:rPr kumimoji="1" lang="en-US" altLang="ja-JP" dirty="0">
                <a:solidFill>
                  <a:schemeClr val="tx1"/>
                </a:solidFill>
              </a:rPr>
              <a:t>JUST DOWNLOAD</a:t>
            </a:r>
            <a:r>
              <a:rPr kumimoji="1" lang="ja-JP" altLang="en-US" dirty="0">
                <a:solidFill>
                  <a:schemeClr val="tx1"/>
                </a:solidFill>
              </a:rPr>
              <a:t>をクリックすると、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en-US" altLang="ja-JP" dirty="0">
                <a:solidFill>
                  <a:schemeClr val="tx1"/>
                </a:solidFill>
              </a:rPr>
              <a:t>arduino-ide_2.3.10_Windows_64bit.exe</a:t>
            </a:r>
            <a:r>
              <a:rPr kumimoji="1" lang="ja-JP" altLang="en-US" dirty="0">
                <a:solidFill>
                  <a:schemeClr val="tx1"/>
                </a:solidFill>
              </a:rPr>
              <a:t>が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ダウンロードできます。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37494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39AD0BD-E5C9-84D9-672A-19FC533DA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47" y="1822407"/>
            <a:ext cx="5534797" cy="339137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4124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2.ArduinoIDE</a:t>
            </a:r>
            <a:r>
              <a:rPr kumimoji="1" lang="ja-JP" altLang="en-US" sz="2000" dirty="0"/>
              <a:t>をインストールします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0A00CF-69AB-FE01-0720-6BA7252FDBDF}"/>
              </a:ext>
            </a:extLst>
          </p:cNvPr>
          <p:cNvSpPr/>
          <p:nvPr/>
        </p:nvSpPr>
        <p:spPr>
          <a:xfrm>
            <a:off x="4034117" y="4909008"/>
            <a:ext cx="976639" cy="30477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555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arduino-ide_2.3.6_Windows_64bit.exe</a:t>
            </a:r>
            <a:r>
              <a:rPr kumimoji="1" lang="ja-JP" altLang="en-US" dirty="0">
                <a:solidFill>
                  <a:schemeClr val="tx1"/>
                </a:solidFill>
              </a:rPr>
              <a:t>を実行します。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DAA98F7-4812-FEF0-8170-34DC65CE94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047" y="5835433"/>
            <a:ext cx="5499483" cy="340090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4007224" y="8899930"/>
            <a:ext cx="976639" cy="30477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F28991-1AE9-8D99-8F89-6D11C3E9F501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3660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AE0CB59-1AFC-FFA8-38E2-BEC309711E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599" y="1793828"/>
            <a:ext cx="5441298" cy="3419952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4124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2.ArduinoIDE</a:t>
            </a:r>
            <a:r>
              <a:rPr kumimoji="1" lang="ja-JP" altLang="en-US" sz="2000" dirty="0"/>
              <a:t>をインストールします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0A00CF-69AB-FE01-0720-6BA7252FDBDF}"/>
              </a:ext>
            </a:extLst>
          </p:cNvPr>
          <p:cNvSpPr/>
          <p:nvPr/>
        </p:nvSpPr>
        <p:spPr>
          <a:xfrm>
            <a:off x="823103" y="3658431"/>
            <a:ext cx="3699334" cy="496710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555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arduino-ide_2.3.6_Windows_64bit.exe</a:t>
            </a:r>
            <a:r>
              <a:rPr kumimoji="1" lang="ja-JP" altLang="en-US" dirty="0">
                <a:solidFill>
                  <a:schemeClr val="tx1"/>
                </a:solidFill>
              </a:rPr>
              <a:t>を実行します。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4047564" y="4854402"/>
            <a:ext cx="976639" cy="30477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92384B91-7D64-5C24-15E5-799920DF8FDE}"/>
              </a:ext>
            </a:extLst>
          </p:cNvPr>
          <p:cNvSpPr/>
          <p:nvPr/>
        </p:nvSpPr>
        <p:spPr>
          <a:xfrm>
            <a:off x="481047" y="5309696"/>
            <a:ext cx="3315225" cy="507429"/>
          </a:xfrm>
          <a:prstGeom prst="wedgeRectCallout">
            <a:avLst>
              <a:gd name="adj1" fmla="val 6603"/>
              <a:gd name="adj2" fmla="val -269757"/>
            </a:avLst>
          </a:prstGeom>
          <a:solidFill>
            <a:schemeClr val="bg1">
              <a:lumMod val="95000"/>
            </a:schemeClr>
          </a:solidFill>
          <a:ln w="222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インストール場所は、覚えておく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0F412D2-E53D-D420-9428-2050C93738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599" y="6025962"/>
            <a:ext cx="5441298" cy="341042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DCC74D-A3B3-59F0-0A79-8234DAA14BDF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3324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AF3292D-1811-0C92-703E-314E25BD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7" y="1841623"/>
            <a:ext cx="5515745" cy="338184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4124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2.ArduinoIDE</a:t>
            </a:r>
            <a:r>
              <a:rPr kumimoji="1" lang="ja-JP" altLang="en-US" sz="2000" dirty="0"/>
              <a:t>をインストールします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555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arduino-ide_2.3.6_Windows_64bit.exe</a:t>
            </a:r>
            <a:r>
              <a:rPr kumimoji="1" lang="ja-JP" altLang="en-US" dirty="0">
                <a:solidFill>
                  <a:schemeClr val="tx1"/>
                </a:solidFill>
              </a:rPr>
              <a:t>を実行します。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4168587" y="4881296"/>
            <a:ext cx="976639" cy="30477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9E4D4F-D389-20B3-9323-263943F37009}"/>
              </a:ext>
            </a:extLst>
          </p:cNvPr>
          <p:cNvSpPr txBox="1"/>
          <p:nvPr/>
        </p:nvSpPr>
        <p:spPr>
          <a:xfrm>
            <a:off x="671127" y="5643019"/>
            <a:ext cx="540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「完了」を押すと、</a:t>
            </a:r>
            <a:r>
              <a:rPr kumimoji="1" lang="en-US" altLang="ja-JP" dirty="0" err="1">
                <a:solidFill>
                  <a:schemeClr val="tx1"/>
                </a:solidFill>
              </a:rPr>
              <a:t>ArduinoIDE</a:t>
            </a:r>
            <a:r>
              <a:rPr kumimoji="1" lang="ja-JP" altLang="en-US" dirty="0">
                <a:solidFill>
                  <a:schemeClr val="tx1"/>
                </a:solidFill>
              </a:rPr>
              <a:t>が立ち上がります。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3857E6-9470-7DC7-3126-DE8722DA0C3D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35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08F246B-E609-6D1D-2CCB-7E4D801F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17" y="5732385"/>
            <a:ext cx="4709716" cy="413228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EA64EBF-C8DC-7516-374B-E9E8AAD4B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38" y="1566387"/>
            <a:ext cx="6381750" cy="381952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284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3.ArduinoIDE</a:t>
            </a:r>
            <a:r>
              <a:rPr kumimoji="1" lang="ja-JP" altLang="en-US" sz="2000" dirty="0"/>
              <a:t>の基本設定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日本語化します。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362060" y="1830466"/>
            <a:ext cx="309068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9E4D4F-D389-20B3-9323-263943F37009}"/>
              </a:ext>
            </a:extLst>
          </p:cNvPr>
          <p:cNvSpPr txBox="1"/>
          <p:nvPr/>
        </p:nvSpPr>
        <p:spPr>
          <a:xfrm>
            <a:off x="207526" y="5431695"/>
            <a:ext cx="433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「</a:t>
            </a:r>
            <a:r>
              <a:rPr kumimoji="1" lang="en-US" altLang="ja-JP" dirty="0"/>
              <a:t>file</a:t>
            </a:r>
            <a:r>
              <a:rPr kumimoji="1" lang="ja-JP" altLang="en-US" dirty="0">
                <a:solidFill>
                  <a:schemeClr val="tx1"/>
                </a:solidFill>
              </a:rPr>
              <a:t>」→「</a:t>
            </a:r>
            <a:r>
              <a:rPr kumimoji="1" lang="en-US" altLang="ja-JP" dirty="0">
                <a:solidFill>
                  <a:schemeClr val="tx1"/>
                </a:solidFill>
              </a:rPr>
              <a:t>Preferences</a:t>
            </a:r>
            <a:r>
              <a:rPr kumimoji="1" lang="ja-JP" altLang="en-US" dirty="0">
                <a:solidFill>
                  <a:schemeClr val="tx1"/>
                </a:solidFill>
              </a:rPr>
              <a:t>」を選択します。</a:t>
            </a:r>
            <a:endParaRPr kumimoji="1" lang="ja-JP" altLang="en-US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207526" y="8689768"/>
            <a:ext cx="2481886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5EFCA37-7B92-F456-79F5-69468F69FB71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667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98B69BE-4B16-0687-61B8-53B47F5C18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68"/>
          <a:stretch/>
        </p:blipFill>
        <p:spPr>
          <a:xfrm>
            <a:off x="60619" y="1422074"/>
            <a:ext cx="6736761" cy="45688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284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3.ArduinoIDE</a:t>
            </a:r>
            <a:r>
              <a:rPr kumimoji="1" lang="ja-JP" altLang="en-US" sz="2000" dirty="0"/>
              <a:t>の基本設定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日本語化します。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1819036" y="3486824"/>
            <a:ext cx="1269903" cy="36933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9E4D4F-D389-20B3-9323-263943F37009}"/>
              </a:ext>
            </a:extLst>
          </p:cNvPr>
          <p:cNvSpPr txBox="1"/>
          <p:nvPr/>
        </p:nvSpPr>
        <p:spPr>
          <a:xfrm>
            <a:off x="172140" y="6246774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「日本語」にして「</a:t>
            </a:r>
            <a:r>
              <a:rPr kumimoji="1" lang="en-US" altLang="ja-JP" dirty="0">
                <a:solidFill>
                  <a:schemeClr val="tx1"/>
                </a:solidFill>
              </a:rPr>
              <a:t>OK</a:t>
            </a:r>
            <a:r>
              <a:rPr kumimoji="1" lang="ja-JP" altLang="en-US" dirty="0">
                <a:solidFill>
                  <a:schemeClr val="tx1"/>
                </a:solidFill>
              </a:rPr>
              <a:t>」</a:t>
            </a:r>
            <a:endParaRPr kumimoji="1" lang="ja-JP" altLang="en-US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5903259" y="5211475"/>
            <a:ext cx="736890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08DB140-7A3A-39B9-AA10-E89C06CC26AF}"/>
              </a:ext>
            </a:extLst>
          </p:cNvPr>
          <p:cNvSpPr/>
          <p:nvPr/>
        </p:nvSpPr>
        <p:spPr>
          <a:xfrm>
            <a:off x="1702494" y="4836247"/>
            <a:ext cx="1269903" cy="273635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6881E8-FAD1-EA4C-DDCA-F0CD5533FC99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06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23ABF83-E059-31CC-D441-48481B0A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00" y="1246276"/>
            <a:ext cx="4853239" cy="406803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95CE44D-07E7-477D-5ADC-CF87DA2E23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700" y="5369259"/>
            <a:ext cx="6459962" cy="43036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284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3.ArduinoIDE</a:t>
            </a:r>
            <a:r>
              <a:rPr kumimoji="1" lang="ja-JP" altLang="en-US" sz="2000" dirty="0"/>
              <a:t>の基本設定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398038" y="84616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好みですが、テーマをダークに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217851" y="1510100"/>
            <a:ext cx="645324" cy="217772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08DB140-7A3A-39B9-AA10-E89C06CC26AF}"/>
              </a:ext>
            </a:extLst>
          </p:cNvPr>
          <p:cNvSpPr/>
          <p:nvPr/>
        </p:nvSpPr>
        <p:spPr>
          <a:xfrm>
            <a:off x="217851" y="3958551"/>
            <a:ext cx="3022183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F51940D-6D17-CB88-BA3F-D25192F50CAA}"/>
              </a:ext>
            </a:extLst>
          </p:cNvPr>
          <p:cNvSpPr/>
          <p:nvPr/>
        </p:nvSpPr>
        <p:spPr>
          <a:xfrm>
            <a:off x="517498" y="7212769"/>
            <a:ext cx="3022183" cy="228667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015B3FC-16C4-549F-5389-3DF5AEF0DF41}"/>
              </a:ext>
            </a:extLst>
          </p:cNvPr>
          <p:cNvSpPr/>
          <p:nvPr/>
        </p:nvSpPr>
        <p:spPr>
          <a:xfrm>
            <a:off x="2043953" y="7521088"/>
            <a:ext cx="1385047" cy="228667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36599ED-7E2A-A847-AD44-EC3F0BB0B07B}"/>
              </a:ext>
            </a:extLst>
          </p:cNvPr>
          <p:cNvSpPr/>
          <p:nvPr/>
        </p:nvSpPr>
        <p:spPr>
          <a:xfrm>
            <a:off x="5876365" y="9046387"/>
            <a:ext cx="852956" cy="326213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0A6BE8-4792-DDA7-D3CD-B3392F650FA8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906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66FAF106-2AAF-A679-B4D9-EFC713605C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140" y="1882093"/>
            <a:ext cx="6478034" cy="43487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284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3.ArduinoIDE</a:t>
            </a:r>
            <a:r>
              <a:rPr kumimoji="1" lang="ja-JP" altLang="en-US" sz="2000" dirty="0"/>
              <a:t>の基本設定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481047" y="1052742"/>
            <a:ext cx="615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より詳細な情報を表示するの「コンパイル」と「書き込み」にチェックを入れます。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289105" y="4172624"/>
            <a:ext cx="3139895" cy="273635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5755342" y="5601440"/>
            <a:ext cx="736890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C103A6-DE57-545C-2B96-32D888AE59B0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3015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88A5DEA-E152-6D48-F33A-D8ADBA66E0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929" y="2245453"/>
            <a:ext cx="6754823" cy="45535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284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3.ArduinoIDE</a:t>
            </a:r>
            <a:r>
              <a:rPr kumimoji="1" lang="ja-JP" altLang="en-US" sz="2000" dirty="0"/>
              <a:t>の基本設定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249088" y="869722"/>
            <a:ext cx="6159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追加のボードマネジャの</a:t>
            </a:r>
            <a:r>
              <a:rPr kumimoji="1" lang="en-US" altLang="ja-JP" dirty="0"/>
              <a:t>URL</a:t>
            </a:r>
            <a:r>
              <a:rPr kumimoji="1" lang="ja-JP" altLang="en-US" dirty="0"/>
              <a:t>に以下を追加する。</a:t>
            </a:r>
          </a:p>
          <a:p>
            <a:r>
              <a:rPr kumimoji="1" lang="en-US" altLang="ja-JP" dirty="0"/>
              <a:t>https://m5stack.oss-cn-shenzhen.aliyuncs.com/resource/arduino/package_m5stack_index.json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249088" y="5584564"/>
            <a:ext cx="5909665" cy="264905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5980531" y="6160764"/>
            <a:ext cx="736890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5C7FBF-0E11-0C90-083E-6A512C98CD96}"/>
              </a:ext>
            </a:extLst>
          </p:cNvPr>
          <p:cNvSpPr txBox="1"/>
          <p:nvPr/>
        </p:nvSpPr>
        <p:spPr>
          <a:xfrm>
            <a:off x="249088" y="7013860"/>
            <a:ext cx="615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https://m5stack.oss-cn-shenzhen.aliyuncs.com/resource/arduino/package_m5stack_index.json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666DA3-72BC-A57C-EC5B-EE8AA6A4832F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9539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0EBAA75-8EB3-6FB0-B668-6F003420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07" y="2006903"/>
            <a:ext cx="4363712" cy="436371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4158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4.M5 Stack</a:t>
            </a:r>
            <a:r>
              <a:rPr kumimoji="1" lang="ja-JP" altLang="en-US" sz="2000" dirty="0"/>
              <a:t>シリーズの</a:t>
            </a:r>
            <a:r>
              <a:rPr kumimoji="1" lang="ja-JP" altLang="en-US" sz="2000" b="1" dirty="0"/>
              <a:t>ボードを追加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249088" y="1020285"/>
            <a:ext cx="615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今回、</a:t>
            </a:r>
            <a:r>
              <a:rPr kumimoji="1" lang="en-US" altLang="ja-JP" dirty="0"/>
              <a:t>M5 Stamp S3</a:t>
            </a:r>
            <a:r>
              <a:rPr kumimoji="1" lang="ja-JP" altLang="en-US" dirty="0"/>
              <a:t>ボードのプログラムを作成するので、</a:t>
            </a:r>
            <a:r>
              <a:rPr kumimoji="1" lang="en-US" altLang="ja-JP" dirty="0"/>
              <a:t>M5</a:t>
            </a:r>
            <a:r>
              <a:rPr kumimoji="1" lang="ja-JP" altLang="en-US" dirty="0"/>
              <a:t>シリーズのボードを追加します。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1600198" y="4262718"/>
            <a:ext cx="2662517" cy="2164976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1760310" y="3367113"/>
            <a:ext cx="736890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5C7FBF-0E11-0C90-083E-6A512C98CD96}"/>
              </a:ext>
            </a:extLst>
          </p:cNvPr>
          <p:cNvSpPr txBox="1"/>
          <p:nvPr/>
        </p:nvSpPr>
        <p:spPr>
          <a:xfrm>
            <a:off x="249088" y="7408387"/>
            <a:ext cx="61591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ボードアイコンを押して、「ボードマネジャ」開く。</a:t>
            </a:r>
          </a:p>
          <a:p>
            <a:r>
              <a:rPr kumimoji="1" lang="ja-JP" altLang="en-US" dirty="0"/>
              <a:t>検索欄に </a:t>
            </a:r>
            <a:r>
              <a:rPr kumimoji="1" lang="en-US" altLang="ja-JP" dirty="0"/>
              <a:t>m5 </a:t>
            </a:r>
            <a:r>
              <a:rPr kumimoji="1" lang="ja-JP" altLang="en-US" dirty="0"/>
              <a:t>と打つと、</a:t>
            </a:r>
            <a:r>
              <a:rPr kumimoji="1" lang="en-US" altLang="ja-JP" dirty="0"/>
              <a:t>M5Stack by M5Stack</a:t>
            </a:r>
            <a:r>
              <a:rPr kumimoji="1" lang="ja-JP" altLang="en-US" dirty="0"/>
              <a:t>が出るので、「インストール」する。</a:t>
            </a:r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インストール中にドライバなどのインストール許可が出るが、全て許可する。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4BCF666-E47F-DBFE-62FF-F1AB190DB077}"/>
              </a:ext>
            </a:extLst>
          </p:cNvPr>
          <p:cNvSpPr/>
          <p:nvPr/>
        </p:nvSpPr>
        <p:spPr>
          <a:xfrm>
            <a:off x="978922" y="3694092"/>
            <a:ext cx="621276" cy="420708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AEA6E0-B7C8-4BC8-50DE-A2F982E7C0F7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852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1B5B228C-E835-DA56-FF79-CFF491C67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060" y="1799938"/>
            <a:ext cx="4077087" cy="575381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A312BB-52F2-A31B-3A04-702D2867B1A7}"/>
              </a:ext>
            </a:extLst>
          </p:cNvPr>
          <p:cNvSpPr txBox="1"/>
          <p:nvPr/>
        </p:nvSpPr>
        <p:spPr>
          <a:xfrm>
            <a:off x="398038" y="469612"/>
            <a:ext cx="4671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5.M5 Stack</a:t>
            </a:r>
            <a:r>
              <a:rPr kumimoji="1" lang="ja-JP" altLang="en-US" sz="2000" dirty="0"/>
              <a:t>シリーズの</a:t>
            </a:r>
            <a:r>
              <a:rPr kumimoji="1" lang="ja-JP" altLang="en-US" sz="2000" b="1" dirty="0"/>
              <a:t>ライブラリを追加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40585F-93EB-3F40-6244-7532F89F0F44}"/>
              </a:ext>
            </a:extLst>
          </p:cNvPr>
          <p:cNvSpPr txBox="1"/>
          <p:nvPr/>
        </p:nvSpPr>
        <p:spPr>
          <a:xfrm>
            <a:off x="249088" y="1020285"/>
            <a:ext cx="6377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今回、</a:t>
            </a:r>
            <a:r>
              <a:rPr kumimoji="1" lang="en-US" altLang="ja-JP" dirty="0"/>
              <a:t>M5 Stamp S3</a:t>
            </a:r>
            <a:r>
              <a:rPr kumimoji="1" lang="ja-JP" altLang="en-US" dirty="0"/>
              <a:t>ボードのプログラムを作成するので、</a:t>
            </a:r>
            <a:r>
              <a:rPr kumimoji="1" lang="en-US" altLang="ja-JP" dirty="0"/>
              <a:t>M5</a:t>
            </a:r>
            <a:r>
              <a:rPr kumimoji="1" lang="ja-JP" altLang="en-US" dirty="0"/>
              <a:t>シリーズのライブラリを追加します。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B3E6C5-D417-EB41-B15C-6F66CD8D0234}"/>
              </a:ext>
            </a:extLst>
          </p:cNvPr>
          <p:cNvSpPr/>
          <p:nvPr/>
        </p:nvSpPr>
        <p:spPr>
          <a:xfrm>
            <a:off x="2002358" y="5732533"/>
            <a:ext cx="1816608" cy="1675854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862B69-9CA0-DC57-2C92-2A38DA8CE896}"/>
              </a:ext>
            </a:extLst>
          </p:cNvPr>
          <p:cNvSpPr/>
          <p:nvPr/>
        </p:nvSpPr>
        <p:spPr>
          <a:xfrm>
            <a:off x="2002357" y="2886057"/>
            <a:ext cx="1816608" cy="326979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5C7FBF-0E11-0C90-083E-6A512C98CD96}"/>
              </a:ext>
            </a:extLst>
          </p:cNvPr>
          <p:cNvSpPr txBox="1"/>
          <p:nvPr/>
        </p:nvSpPr>
        <p:spPr>
          <a:xfrm>
            <a:off x="349449" y="8697724"/>
            <a:ext cx="6159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ライブラリアイコンを押して、「ライブラリマネジャー」を開く。</a:t>
            </a:r>
          </a:p>
          <a:p>
            <a:r>
              <a:rPr kumimoji="1" lang="ja-JP" altLang="en-US" dirty="0"/>
              <a:t>検索欄に </a:t>
            </a:r>
            <a:r>
              <a:rPr kumimoji="1" lang="en-US" altLang="ja-JP" dirty="0"/>
              <a:t>m5stack </a:t>
            </a:r>
            <a:r>
              <a:rPr kumimoji="1" lang="ja-JP" altLang="en-US" dirty="0"/>
              <a:t>と打つと、</a:t>
            </a:r>
            <a:r>
              <a:rPr kumimoji="1" lang="en-US" altLang="ja-JP" dirty="0"/>
              <a:t>M5Stack by M5Stack</a:t>
            </a:r>
            <a:r>
              <a:rPr kumimoji="1" lang="ja-JP" altLang="en-US" dirty="0"/>
              <a:t>が出るので、「インストール」する。</a:t>
            </a:r>
            <a:endParaRPr kumimoji="1" lang="ja-JP" altLang="en-US" b="1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4BCF666-E47F-DBFE-62FF-F1AB190DB077}"/>
              </a:ext>
            </a:extLst>
          </p:cNvPr>
          <p:cNvSpPr/>
          <p:nvPr/>
        </p:nvSpPr>
        <p:spPr>
          <a:xfrm>
            <a:off x="1526298" y="3557697"/>
            <a:ext cx="621276" cy="420708"/>
          </a:xfrm>
          <a:prstGeom prst="roundRect">
            <a:avLst>
              <a:gd name="adj" fmla="val 10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B92533-958A-3D55-4429-8BD9D3D01D74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749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180</TotalTime>
  <Words>410</Words>
  <Application>Microsoft Office PowerPoint</Application>
  <PresentationFormat>A4 210 x 297 mm</PresentationFormat>
  <Paragraphs>51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三七男 山本</dc:creator>
  <cp:lastModifiedBy>三七男 山本</cp:lastModifiedBy>
  <cp:revision>32</cp:revision>
  <dcterms:created xsi:type="dcterms:W3CDTF">2024-06-15T16:43:35Z</dcterms:created>
  <dcterms:modified xsi:type="dcterms:W3CDTF">2026-06-24T18:49:26Z</dcterms:modified>
</cp:coreProperties>
</file>