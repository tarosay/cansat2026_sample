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7" r:id="rId3"/>
    <p:sldId id="296" r:id="rId4"/>
    <p:sldId id="298" r:id="rId5"/>
    <p:sldId id="299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24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41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14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32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72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272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0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37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51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71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0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63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0282A-CC4C-434B-AB75-EAB21F02C59F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5BFA-D91D-4804-9125-243CD89BEA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34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iothonpo.com/grobe-connector/" TargetMode="External"/><Relationship Id="rId3" Type="http://schemas.openxmlformats.org/officeDocument/2006/relationships/hyperlink" Target="https://www.youtube.com/watch?v=WtJ8wKg7avM" TargetMode="External"/><Relationship Id="rId7" Type="http://schemas.openxmlformats.org/officeDocument/2006/relationships/hyperlink" Target="https://youtu.be/yZ4KaVH0ZsI?si=UbFihREu0pGHaVgE&amp;t=197" TargetMode="External"/><Relationship Id="rId2" Type="http://schemas.openxmlformats.org/officeDocument/2006/relationships/hyperlink" Target="https://www.youtube.com/watch?v=hnbxpytiwE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lmkAn_Rr4fM" TargetMode="External"/><Relationship Id="rId5" Type="http://schemas.openxmlformats.org/officeDocument/2006/relationships/hyperlink" Target="https://www.youtube.com/watch?v=V3bGilpTgRs" TargetMode="External"/><Relationship Id="rId4" Type="http://schemas.openxmlformats.org/officeDocument/2006/relationships/hyperlink" Target="https://www.youtube.com/watch?v=fnZ3cg4U6r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GzaLyulyskA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skyrail.tech/archives/433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ogikara.blog/stamps3-init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573E90-413F-9771-C132-D80CE44398A0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DC83A3-4EAE-73F4-9685-13CC3C7D434C}"/>
              </a:ext>
            </a:extLst>
          </p:cNvPr>
          <p:cNvSpPr txBox="1"/>
          <p:nvPr/>
        </p:nvSpPr>
        <p:spPr>
          <a:xfrm>
            <a:off x="1797784" y="7521388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㈱ビジュアル・テクノロジー研究所</a:t>
            </a:r>
          </a:p>
          <a:p>
            <a:r>
              <a:rPr kumimoji="1" lang="ja-JP" altLang="en-US" sz="2000" dirty="0"/>
              <a:t>山本三七男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71A244-5812-D0BB-A310-BCC5CC418567}"/>
              </a:ext>
            </a:extLst>
          </p:cNvPr>
          <p:cNvSpPr txBox="1"/>
          <p:nvPr/>
        </p:nvSpPr>
        <p:spPr>
          <a:xfrm>
            <a:off x="643620" y="2473634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事前に勉強しておくと役立ちます</a:t>
            </a:r>
          </a:p>
        </p:txBody>
      </p:sp>
    </p:spTree>
    <p:extLst>
      <p:ext uri="{BB962C8B-B14F-4D97-AF65-F5344CB8AC3E}">
        <p14:creationId xmlns:p14="http://schemas.microsoft.com/office/powerpoint/2010/main" val="87467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DC83A3-4EAE-73F4-9685-13CC3C7D434C}"/>
              </a:ext>
            </a:extLst>
          </p:cNvPr>
          <p:cNvSpPr txBox="1"/>
          <p:nvPr/>
        </p:nvSpPr>
        <p:spPr>
          <a:xfrm>
            <a:off x="696550" y="691448"/>
            <a:ext cx="59301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今回のマイコンプログラムでは、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・</a:t>
            </a:r>
            <a:r>
              <a:rPr kumimoji="1" lang="en-US" altLang="ja-JP" b="1" dirty="0"/>
              <a:t>Grove</a:t>
            </a:r>
            <a:r>
              <a:rPr kumimoji="1" lang="ja-JP" altLang="en-US" dirty="0"/>
              <a:t>端子にセンサを接続します。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 err="1"/>
              <a:t>OpenLog</a:t>
            </a:r>
            <a:r>
              <a:rPr kumimoji="1" lang="en-US" altLang="ja-JP" dirty="0"/>
              <a:t>(SD</a:t>
            </a:r>
            <a:r>
              <a:rPr kumimoji="1" lang="ja-JP" altLang="en-US" dirty="0"/>
              <a:t>カード読み書き</a:t>
            </a:r>
            <a:r>
              <a:rPr kumimoji="1" lang="en-US" altLang="ja-JP" dirty="0"/>
              <a:t>)</a:t>
            </a:r>
            <a:r>
              <a:rPr kumimoji="1" lang="ja-JP" altLang="en-US" dirty="0"/>
              <a:t>モジュール</a:t>
            </a:r>
          </a:p>
          <a:p>
            <a:r>
              <a:rPr kumimoji="1" lang="ja-JP" altLang="en-US" dirty="0"/>
              <a:t>は、</a:t>
            </a:r>
            <a:r>
              <a:rPr kumimoji="1" lang="en-US" altLang="ja-JP" b="1" dirty="0"/>
              <a:t>UART</a:t>
            </a:r>
            <a:r>
              <a:rPr kumimoji="1" lang="ja-JP" altLang="en-US" b="1" dirty="0"/>
              <a:t>通信</a:t>
            </a:r>
            <a:r>
              <a:rPr kumimoji="1" lang="ja-JP" altLang="en-US" dirty="0"/>
              <a:t>で接続します。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各種センサ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M5 IMU PRO</a:t>
            </a:r>
            <a:br>
              <a:rPr kumimoji="1" lang="ja-JP" altLang="en-US" dirty="0"/>
            </a:br>
            <a:r>
              <a:rPr kumimoji="1" lang="ja-JP" altLang="en-US" dirty="0"/>
              <a:t>　</a:t>
            </a:r>
            <a:r>
              <a:rPr kumimoji="1" lang="en-US" altLang="ja-JP" dirty="0"/>
              <a:t>BMP280, BMI270, BMM150</a:t>
            </a:r>
            <a:r>
              <a:rPr kumimoji="1" lang="ja-JP" altLang="en-US" dirty="0"/>
              <a:t>内蔵で、</a:t>
            </a:r>
          </a:p>
          <a:p>
            <a:r>
              <a:rPr kumimoji="1" lang="ja-JP" altLang="en-US" b="1" dirty="0"/>
              <a:t>　</a:t>
            </a:r>
            <a:r>
              <a:rPr kumimoji="1" lang="en-US" altLang="ja-JP" b="1" dirty="0"/>
              <a:t>I2C</a:t>
            </a:r>
            <a:r>
              <a:rPr kumimoji="1" lang="ja-JP" altLang="en-US" b="1" dirty="0"/>
              <a:t>通信</a:t>
            </a:r>
            <a:r>
              <a:rPr kumimoji="1" lang="ja-JP" altLang="en-US" dirty="0"/>
              <a:t>で接続します。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M5 LIGHT</a:t>
            </a:r>
          </a:p>
          <a:p>
            <a:r>
              <a:rPr kumimoji="1" lang="ja-JP" altLang="en-US" dirty="0"/>
              <a:t>　光センサでアナログとデジタル出力です。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M5 GPS V1.1</a:t>
            </a:r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AT6668, MAX2659</a:t>
            </a:r>
            <a:r>
              <a:rPr kumimoji="1" lang="ja-JP" altLang="en-US" dirty="0"/>
              <a:t>内蔵で</a:t>
            </a:r>
            <a:r>
              <a:rPr kumimoji="1" lang="en-US" altLang="ja-JP" dirty="0"/>
              <a:t>GNSS</a:t>
            </a:r>
            <a:r>
              <a:rPr kumimoji="1" lang="ja-JP" altLang="en-US" dirty="0"/>
              <a:t>データを</a:t>
            </a:r>
          </a:p>
          <a:p>
            <a:r>
              <a:rPr kumimoji="1" lang="ja-JP" altLang="en-US" dirty="0"/>
              <a:t>　</a:t>
            </a:r>
            <a:r>
              <a:rPr kumimoji="1" lang="en-US" altLang="ja-JP" b="1" dirty="0"/>
              <a:t>UART</a:t>
            </a:r>
            <a:r>
              <a:rPr kumimoji="1" lang="ja-JP" altLang="en-US" b="1" dirty="0"/>
              <a:t>通信</a:t>
            </a:r>
            <a:r>
              <a:rPr kumimoji="1" lang="ja-JP" altLang="en-US" dirty="0"/>
              <a:t>で接続します。</a:t>
            </a:r>
          </a:p>
          <a:p>
            <a:endParaRPr kumimoji="1" lang="ja-JP" altLang="en-US" dirty="0"/>
          </a:p>
          <a:p>
            <a:r>
              <a:rPr kumimoji="1" lang="ja-JP" altLang="en-US" dirty="0"/>
              <a:t>以下の動画で原理などを勉強してみてください。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動画説明にあるような通信のための設定は、</a:t>
            </a:r>
            <a:r>
              <a:rPr kumimoji="1" lang="en-US" altLang="ja-JP" dirty="0"/>
              <a:t>Arduino</a:t>
            </a:r>
            <a:r>
              <a:rPr kumimoji="1" lang="ja-JP" altLang="en-US" dirty="0"/>
              <a:t>のプログラムで初期設定されていて、特に仕組みを知らなくても、通信できるようになっています。</a:t>
            </a:r>
            <a:endParaRPr kumimoji="1"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9E0F9E-36DF-C20A-E35B-B89A27C12C61}"/>
              </a:ext>
            </a:extLst>
          </p:cNvPr>
          <p:cNvSpPr txBox="1"/>
          <p:nvPr/>
        </p:nvSpPr>
        <p:spPr>
          <a:xfrm>
            <a:off x="631471" y="8195589"/>
            <a:ext cx="49519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クロック同期式シリアル通信</a:t>
            </a:r>
            <a:r>
              <a:rPr kumimoji="1" lang="en-US" altLang="ja-JP" b="1" dirty="0"/>
              <a:t>I2C</a:t>
            </a:r>
            <a:r>
              <a:rPr kumimoji="1" lang="ja-JP" altLang="en-US" dirty="0"/>
              <a:t>の説明</a:t>
            </a:r>
            <a:endParaRPr kumimoji="1" lang="en-US" altLang="ja-JP" dirty="0"/>
          </a:p>
          <a:p>
            <a:r>
              <a:rPr kumimoji="1" lang="en-US" altLang="ja-JP" dirty="0">
                <a:hlinkClick r:id="rId2"/>
              </a:rPr>
              <a:t>https://www.youtube.com/watch?v=hnbxpytiwEM</a:t>
            </a:r>
            <a:endParaRPr kumimoji="1" lang="en-US" altLang="ja-JP" dirty="0">
              <a:hlinkClick r:id="rId3"/>
            </a:endParaRPr>
          </a:p>
          <a:p>
            <a:r>
              <a:rPr kumimoji="1" lang="ja-JP" altLang="en-US" dirty="0"/>
              <a:t>図を使った説明が分かりやすいです。</a:t>
            </a:r>
            <a:endParaRPr kumimoji="1" lang="en-US" altLang="ja-JP" dirty="0"/>
          </a:p>
          <a:p>
            <a:r>
              <a:rPr kumimoji="1" lang="en-US" altLang="ja-JP" dirty="0">
                <a:hlinkClick r:id="rId4"/>
              </a:rPr>
              <a:t>https://www.youtube.com/watch?v=fnZ3cg4U6rM</a:t>
            </a:r>
            <a:endParaRPr kumimoji="1" lang="en-US" altLang="ja-JP" dirty="0"/>
          </a:p>
          <a:p>
            <a:r>
              <a:rPr kumimoji="1" lang="en-US" altLang="ja-JP" dirty="0">
                <a:hlinkClick r:id="rId5"/>
              </a:rPr>
              <a:t>https://www.youtube.com/watch?v=V3bGilpTgRs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B6C978-AE2F-F953-22DE-EDB0905C3037}"/>
              </a:ext>
            </a:extLst>
          </p:cNvPr>
          <p:cNvSpPr txBox="1"/>
          <p:nvPr/>
        </p:nvSpPr>
        <p:spPr>
          <a:xfrm>
            <a:off x="631471" y="7295058"/>
            <a:ext cx="49630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調歩同期式シリアル通信</a:t>
            </a:r>
            <a:r>
              <a:rPr kumimoji="1" lang="en-US" altLang="ja-JP" b="1" dirty="0"/>
              <a:t>UART</a:t>
            </a:r>
            <a:r>
              <a:rPr kumimoji="1" lang="ja-JP" altLang="en-US" dirty="0"/>
              <a:t>の説明</a:t>
            </a:r>
            <a:endParaRPr kumimoji="1" lang="en-US" altLang="ja-JP" dirty="0"/>
          </a:p>
          <a:p>
            <a:r>
              <a:rPr kumimoji="1" lang="en-US" altLang="ja-JP" dirty="0">
                <a:hlinkClick r:id="rId6"/>
              </a:rPr>
              <a:t>https://www.youtube.com/watch?v=lmkAn_Rr4fM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CEBB55-F2A7-3450-CC09-4EAA5B9F197D}"/>
              </a:ext>
            </a:extLst>
          </p:cNvPr>
          <p:cNvSpPr txBox="1"/>
          <p:nvPr/>
        </p:nvSpPr>
        <p:spPr>
          <a:xfrm>
            <a:off x="631470" y="6648727"/>
            <a:ext cx="5865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Grove</a:t>
            </a:r>
            <a:r>
              <a:rPr kumimoji="1" lang="ja-JP" altLang="en-US" dirty="0"/>
              <a:t>端子の説明</a:t>
            </a:r>
            <a:br>
              <a:rPr kumimoji="1" lang="en-US" altLang="ja-JP" dirty="0">
                <a:hlinkClick r:id="rId7"/>
              </a:rPr>
            </a:br>
            <a:r>
              <a:rPr kumimoji="1" lang="en-US" altLang="ja-JP" dirty="0">
                <a:hlinkClick r:id="rId8"/>
              </a:rPr>
              <a:t>https://iothonpo.com/grobe-connector/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E35BD57-744C-5A4C-9C95-FF94AA91DF06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7147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DC83A3-4EAE-73F4-9685-13CC3C7D434C}"/>
              </a:ext>
            </a:extLst>
          </p:cNvPr>
          <p:cNvSpPr txBox="1"/>
          <p:nvPr/>
        </p:nvSpPr>
        <p:spPr>
          <a:xfrm>
            <a:off x="664010" y="1451151"/>
            <a:ext cx="5930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今回のマイコンプログラムにブレッドボードを使います。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B6C978-AE2F-F953-22DE-EDB0905C3037}"/>
              </a:ext>
            </a:extLst>
          </p:cNvPr>
          <p:cNvSpPr txBox="1"/>
          <p:nvPr/>
        </p:nvSpPr>
        <p:spPr>
          <a:xfrm>
            <a:off x="882950" y="5545093"/>
            <a:ext cx="4802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ブレッドボードの説明です。</a:t>
            </a:r>
          </a:p>
          <a:p>
            <a:r>
              <a:rPr kumimoji="1" lang="en-US" altLang="ja-JP" dirty="0">
                <a:hlinkClick r:id="rId2"/>
              </a:rPr>
              <a:t>https://www.youtube.com/watch?v=GzaLyulyskA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8099CE9-73E8-45D0-A3E4-1F98F27C24B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9043" y="2293264"/>
            <a:ext cx="3988573" cy="299143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38BC5F-BD6D-0153-81C5-AB4DBA70EB5E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9607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DC83A3-4EAE-73F4-9685-13CC3C7D434C}"/>
              </a:ext>
            </a:extLst>
          </p:cNvPr>
          <p:cNvSpPr txBox="1"/>
          <p:nvPr/>
        </p:nvSpPr>
        <p:spPr>
          <a:xfrm>
            <a:off x="566707" y="949175"/>
            <a:ext cx="593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GNSS</a:t>
            </a:r>
            <a:r>
              <a:rPr kumimoji="1" lang="ja-JP" altLang="en-US" sz="2000" dirty="0"/>
              <a:t>受信には、</a:t>
            </a:r>
            <a:r>
              <a:rPr kumimoji="1" lang="en-US" altLang="ja-JP" sz="2000" dirty="0"/>
              <a:t>M5 GPS V1.1</a:t>
            </a:r>
            <a:r>
              <a:rPr kumimoji="1" lang="ja-JP" altLang="en-US" sz="2000" dirty="0"/>
              <a:t>モジュールを使います。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B6C978-AE2F-F953-22DE-EDB0905C3037}"/>
              </a:ext>
            </a:extLst>
          </p:cNvPr>
          <p:cNvSpPr txBox="1"/>
          <p:nvPr/>
        </p:nvSpPr>
        <p:spPr>
          <a:xfrm>
            <a:off x="451262" y="5558541"/>
            <a:ext cx="62107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受信するデータの説明が書かれたサイトの紹介</a:t>
            </a:r>
            <a:endParaRPr kumimoji="1" lang="en-US" altLang="ja-JP" dirty="0"/>
          </a:p>
          <a:p>
            <a:r>
              <a:rPr kumimoji="1" lang="en-US" altLang="ja-JP" dirty="0">
                <a:hlinkClick r:id="rId2"/>
              </a:rPr>
              <a:t>https://skyrail.tech/archives/433</a:t>
            </a:r>
            <a:endParaRPr kumimoji="1" lang="ja-JP" altLang="en-US" dirty="0"/>
          </a:p>
          <a:p>
            <a:r>
              <a:rPr kumimoji="1" lang="ja-JP" altLang="en-US" dirty="0"/>
              <a:t>どんなデータが来るのか、一度、見ておいてください。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ただし、プログラムは</a:t>
            </a:r>
            <a:r>
              <a:rPr kumimoji="1" lang="en-US" altLang="ja-JP" dirty="0"/>
              <a:t>M5</a:t>
            </a:r>
            <a:r>
              <a:rPr kumimoji="1" lang="ja-JP" altLang="en-US" dirty="0"/>
              <a:t>のライブラリが直接データを出力するので、フォーマットを意識しないでも使えます。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FC6F839-68F7-11D7-1A5E-5E69469B05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588" y="1724296"/>
            <a:ext cx="1846821" cy="3518263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460F6E-1017-CC97-A272-AE3CD5D1492C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3507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DC83A3-4EAE-73F4-9685-13CC3C7D434C}"/>
              </a:ext>
            </a:extLst>
          </p:cNvPr>
          <p:cNvSpPr txBox="1"/>
          <p:nvPr/>
        </p:nvSpPr>
        <p:spPr>
          <a:xfrm>
            <a:off x="664010" y="1451151"/>
            <a:ext cx="593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今回、マイコンとして</a:t>
            </a:r>
            <a:r>
              <a:rPr kumimoji="1" lang="en-US" altLang="ja-JP" sz="2000" dirty="0"/>
              <a:t>M5Stamp S3</a:t>
            </a:r>
            <a:r>
              <a:rPr kumimoji="1" lang="ja-JP" altLang="en-US" sz="2000" dirty="0"/>
              <a:t>を使います。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B6C978-AE2F-F953-22DE-EDB0905C3037}"/>
              </a:ext>
            </a:extLst>
          </p:cNvPr>
          <p:cNvSpPr txBox="1"/>
          <p:nvPr/>
        </p:nvSpPr>
        <p:spPr>
          <a:xfrm>
            <a:off x="451261" y="5558541"/>
            <a:ext cx="61863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事前に、どんなことができそうか、紹介サイトもたくさん</a:t>
            </a:r>
          </a:p>
          <a:p>
            <a:r>
              <a:rPr kumimoji="1" lang="ja-JP" altLang="en-US" dirty="0"/>
              <a:t>ありますので、見ておいてください。</a:t>
            </a:r>
          </a:p>
          <a:p>
            <a:r>
              <a:rPr kumimoji="1" lang="en-US" altLang="ja-JP" dirty="0">
                <a:hlinkClick r:id="rId2"/>
              </a:rPr>
              <a:t>https://logikara.blog/stamps3-init/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7F8362-A9F3-40EF-AE0F-9DB1046AC58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7940" y="1992376"/>
            <a:ext cx="1982120" cy="278605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5E8D4A-9B8D-4793-5B4D-B5E706117F65}"/>
              </a:ext>
            </a:extLst>
          </p:cNvPr>
          <p:cNvSpPr txBox="1"/>
          <p:nvPr/>
        </p:nvSpPr>
        <p:spPr>
          <a:xfrm>
            <a:off x="5334361" y="233083"/>
            <a:ext cx="1292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2026/6/25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6725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446</TotalTime>
  <Words>373</Words>
  <Application>Microsoft Office PowerPoint</Application>
  <PresentationFormat>A4 210 x 297 mm</PresentationFormat>
  <Paragraphs>47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三七男 山本</dc:creator>
  <cp:lastModifiedBy>三七男 山本</cp:lastModifiedBy>
  <cp:revision>40</cp:revision>
  <dcterms:created xsi:type="dcterms:W3CDTF">2024-06-15T16:43:35Z</dcterms:created>
  <dcterms:modified xsi:type="dcterms:W3CDTF">2026-06-24T18:58:05Z</dcterms:modified>
</cp:coreProperties>
</file>