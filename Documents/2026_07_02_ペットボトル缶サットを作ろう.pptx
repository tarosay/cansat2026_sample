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356" r:id="rId3"/>
    <p:sldId id="408" r:id="rId4"/>
    <p:sldId id="357" r:id="rId5"/>
    <p:sldId id="402" r:id="rId6"/>
    <p:sldId id="358" r:id="rId7"/>
    <p:sldId id="409" r:id="rId8"/>
    <p:sldId id="410" r:id="rId9"/>
    <p:sldId id="403" r:id="rId10"/>
    <p:sldId id="404" r:id="rId11"/>
    <p:sldId id="406" r:id="rId12"/>
    <p:sldId id="36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5A3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6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960" y="13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17300-614F-475F-883E-297FBDAC493B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7660F-FF80-4364-BBC9-35AB35C51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92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189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CD678-882B-839C-07DE-BBB3C257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188DFE8-42FE-EA18-9A7D-717C996C2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C43EEE3-FD8D-C950-294E-2E99D6F8B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DB7CBF-673A-9736-419A-C27414D3A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386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2635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D9F5-8611-A9AA-AB07-62F2DA92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9E09C45-85EE-E61B-4EDF-D67481B6D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0F793E3-053C-03F1-94D8-6233A9D2D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D4EFF9-5D03-8C52-F01A-76E00EA25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379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6824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59BEE-E101-EEBD-4F8A-DBDD135E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D034D98-2541-ED6E-7928-763C40A4F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0411160-E12B-AC8A-F931-324FC7812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621CC4-A384-FD4D-697E-5FF666FAF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8831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3A1CE-4EF7-4C77-A987-CFB302C4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3F3997E-9D26-8AC5-183D-EDFA939F8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A0FA415-1909-6C5C-3B4D-43759668F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C266EF-88C2-D215-B81A-4F119DF85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909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CC195-F0B9-C592-484D-5756876D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7D8EB72-F79B-2E25-86CD-973A8FD5C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18EA4C8-308D-30DA-777E-4C5997F35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0226B4-AD51-3DD1-B679-7144E4832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7879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60EF-0040-81AC-F629-4AE3ECDD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CFF6540-DF81-7A65-22DA-69404C891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C155BF-75FC-90F6-9B06-3DD005293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8F5F9D-62CF-D9CD-F652-E81BF2BD1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1241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1ADE-0D14-34F1-EF98-C4ED807AE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2A08C4B-A107-3A45-50E7-6096350E2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46E2206-BB7A-4E73-7CC5-CE50E2632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909AF8-DCD9-5757-06F4-3F1669EA8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830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ここで、突然ですが、「缶サット甲子園」について説明します。</a:t>
            </a:r>
          </a:p>
          <a:p>
            <a:r>
              <a:rPr kumimoji="1" lang="ja-JP" altLang="en-US" dirty="0"/>
              <a:t>缶サット甲子園というのは、高校生たちが、模擬人工衛星</a:t>
            </a:r>
            <a:r>
              <a:rPr kumimoji="1" lang="en-US" altLang="ja-JP" dirty="0" err="1"/>
              <a:t>CanSat</a:t>
            </a:r>
            <a:r>
              <a:rPr kumimoji="1" lang="ja-JP" altLang="en-US" dirty="0"/>
              <a:t>を作って、ロケットで打ち上げ、地上に落下してくるまでに、缶サットに課したミッションが如何に斬新か、クールかを争う競技です。</a:t>
            </a:r>
          </a:p>
          <a:p>
            <a:r>
              <a:rPr kumimoji="1" lang="ja-JP" altLang="en-US" dirty="0"/>
              <a:t>この大会に参加する高校生たちが小さい</a:t>
            </a:r>
            <a:r>
              <a:rPr kumimoji="1" lang="en-US" altLang="ja-JP" dirty="0" err="1"/>
              <a:t>Wakayama.rb</a:t>
            </a:r>
            <a:r>
              <a:rPr kumimoji="1" lang="ja-JP" altLang="en-US" dirty="0"/>
              <a:t>ボードを採用してくれているので、それも一緒に紹介したいと思います。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30D02-CB94-4A91-AF86-16FC66827DC2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948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0001-7513-495D-A82D-45B596600A74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56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6629A-ED80-4405-9047-A28BA8D7CF23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58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204FE-B1F2-46F9-8D71-6DB416073EC7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11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A92B-A36D-42A4-B072-51D8C6EBD4C0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131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4363-AF5F-47E8-907D-EB9E5487FC23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0561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E5FB-CE28-404F-AE7E-CE139579E101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29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C589-A6A9-48E2-8F24-BE60FFD30E16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55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32043-CA65-45CF-91A5-19D31A66B892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86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17F8C-E835-4FDA-B51D-489A9808742C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39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65BE-6B6E-42FF-9C4F-9C1ADAC4DF26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48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DC7A-3F10-4B7D-93A8-452FAC4D686D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335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ABD12-64D3-4EBE-8D2C-43D693D99709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219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A2179-E127-416E-949F-2936325D6D19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59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C515-E5D5-4A35-8EAE-0B5E4BDFF349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8460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7E2C-79E6-47C1-B6A5-3E7144F9AD99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954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7EEC7-AAC5-45B2-AA53-2E95B7D875DF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777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9FCBA-7A3E-4412-A358-A284411A6FE8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76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1AC51BD-3909-4258-A020-CE99C0BEBAFE}" type="datetime1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9268" y="0"/>
            <a:ext cx="856907" cy="4715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100B93A-21FB-4666-B0C5-EFD3C8C641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6308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908CB4-817C-DD39-D0A1-77AC343BA5EA}"/>
              </a:ext>
            </a:extLst>
          </p:cNvPr>
          <p:cNvSpPr txBox="1"/>
          <p:nvPr/>
        </p:nvSpPr>
        <p:spPr>
          <a:xfrm>
            <a:off x="341789" y="1454034"/>
            <a:ext cx="8460419" cy="2308324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R="0" algn="ctr"/>
            <a:r>
              <a:rPr lang="ja-JP" altLang="en-US" sz="4800" b="0" i="0" strike="noStrike" dirty="0">
                <a:solidFill>
                  <a:srgbClr val="C0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ペットボトル</a:t>
            </a:r>
          </a:p>
          <a:p>
            <a:pPr marR="0" algn="ctr"/>
            <a:r>
              <a:rPr lang="ja-JP" altLang="en-US" sz="4800" b="0" i="0" strike="noStrike" dirty="0">
                <a:solidFill>
                  <a:srgbClr val="C0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缶サット</a:t>
            </a:r>
            <a:r>
              <a:rPr lang="ja-JP" altLang="en-US" sz="4800" dirty="0">
                <a:solidFill>
                  <a:srgbClr val="C0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を作ろう</a:t>
            </a:r>
            <a:endParaRPr lang="en-US" altLang="ja-JP" sz="4800" b="0" i="0" strike="noStrike" dirty="0">
              <a:solidFill>
                <a:srgbClr val="C0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pPr marR="0" algn="ctr"/>
            <a:r>
              <a:rPr lang="en-US" altLang="ja-JP" sz="4800" b="0" i="0" strike="noStrike">
                <a:solidFill>
                  <a:srgbClr val="7030A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2026</a:t>
            </a:r>
            <a:endParaRPr lang="ja-JP" altLang="en-US" b="0" i="0" strike="noStrike" dirty="0">
              <a:solidFill>
                <a:srgbClr val="7030A0"/>
              </a:solidFill>
              <a:latin typeface="Mangal" panose="02040503050203030202" pitchFamily="18" charset="0"/>
              <a:ea typeface="ＭＳ Ｐゴシック" panose="020B0600070205080204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281D72-6BEB-E199-BD24-E6D0B38913FC}"/>
              </a:ext>
            </a:extLst>
          </p:cNvPr>
          <p:cNvSpPr txBox="1"/>
          <p:nvPr/>
        </p:nvSpPr>
        <p:spPr>
          <a:xfrm>
            <a:off x="2070262" y="4837483"/>
            <a:ext cx="5003474" cy="83099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R="0" algn="ctr"/>
            <a:r>
              <a:rPr lang="ja-JP" altLang="en-US" sz="2400" dirty="0">
                <a:solidFill>
                  <a:srgbClr val="C0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㈱</a:t>
            </a:r>
            <a:r>
              <a:rPr lang="ja-JP" altLang="en-US" sz="2400" b="0" i="0" u="none" strike="noStrike" baseline="0" dirty="0">
                <a:solidFill>
                  <a:srgbClr val="C0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ビジュアル・テクノロジー研究所</a:t>
            </a:r>
          </a:p>
          <a:p>
            <a:pPr marR="0" algn="ctr"/>
            <a:r>
              <a:rPr lang="ja-JP" altLang="en-US" sz="2400" dirty="0">
                <a:solidFill>
                  <a:srgbClr val="C0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山本　三七男</a:t>
            </a:r>
            <a:endParaRPr lang="ja-JP" altLang="en-US" sz="2400" b="0" i="0" u="none" strike="noStrike" baseline="0" dirty="0">
              <a:solidFill>
                <a:srgbClr val="C00000"/>
              </a:solidFill>
              <a:latin typeface="Mangal" panose="02040503050203030202" pitchFamily="18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57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2D6AE6D-D4E6-678C-379F-90E30EDB7A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1322" y="1763362"/>
            <a:ext cx="5627545" cy="333127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1147B73-0C2A-922F-3138-5B21D094FB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851" y="1356908"/>
            <a:ext cx="2831406" cy="480221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CC6058-D9D0-C478-268D-4AF289E311D3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56F4AC-3314-23AD-CDE1-4FF523F17C76}"/>
              </a:ext>
            </a:extLst>
          </p:cNvPr>
          <p:cNvSpPr txBox="1"/>
          <p:nvPr/>
        </p:nvSpPr>
        <p:spPr>
          <a:xfrm>
            <a:off x="3627668" y="5642009"/>
            <a:ext cx="4644154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洗って、</a:t>
            </a:r>
            <a:r>
              <a:rPr kumimoji="1" lang="en-US" altLang="ja-JP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14cm</a:t>
            </a:r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辺りでカットします。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C3403A2E-1FFB-8E02-0D39-756F25141A0D}"/>
              </a:ext>
            </a:extLst>
          </p:cNvPr>
          <p:cNvCxnSpPr>
            <a:cxnSpLocks/>
          </p:cNvCxnSpPr>
          <p:nvPr/>
        </p:nvCxnSpPr>
        <p:spPr>
          <a:xfrm flipV="1">
            <a:off x="6940731" y="4659086"/>
            <a:ext cx="1428206" cy="982923"/>
          </a:xfrm>
          <a:prstGeom prst="straightConnector1">
            <a:avLst/>
          </a:prstGeom>
          <a:ln w="38100">
            <a:solidFill>
              <a:srgbClr val="9E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AD0DFE9-0F84-9981-E094-438DEFF3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99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77D94E-186E-0949-F577-80F8991BA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C1BA087-BFD0-71CB-C470-9510DC08630B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B17486-6AF8-705E-B392-36C20667544C}"/>
              </a:ext>
            </a:extLst>
          </p:cNvPr>
          <p:cNvSpPr txBox="1"/>
          <p:nvPr/>
        </p:nvSpPr>
        <p:spPr>
          <a:xfrm>
            <a:off x="114473" y="271462"/>
            <a:ext cx="3079485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M3</a:t>
            </a:r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の穴を</a:t>
            </a:r>
            <a:r>
              <a:rPr kumimoji="1" lang="en-US" altLang="ja-JP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4</a:t>
            </a:r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カ所あけます。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E261F5-6983-B549-036F-D060A4DF6E14}"/>
              </a:ext>
            </a:extLst>
          </p:cNvPr>
          <p:cNvSpPr txBox="1"/>
          <p:nvPr/>
        </p:nvSpPr>
        <p:spPr>
          <a:xfrm>
            <a:off x="5692493" y="973050"/>
            <a:ext cx="2040717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カットします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CF341AD-2A75-76B8-C2DF-63000B66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B5D440E-851C-31E3-A603-29C5041B34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285" y="1459079"/>
            <a:ext cx="3582726" cy="419317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B6AEEE-06D8-FD35-2CDA-685B3155DE39}"/>
              </a:ext>
            </a:extLst>
          </p:cNvPr>
          <p:cNvSpPr txBox="1"/>
          <p:nvPr/>
        </p:nvSpPr>
        <p:spPr>
          <a:xfrm>
            <a:off x="702717" y="1058969"/>
            <a:ext cx="3582726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水平になるように線引きして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DF147249-AAEA-597D-045A-4BC1062A3A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413" y="1392103"/>
            <a:ext cx="2413797" cy="502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92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4"/>
    </mc:Choice>
    <mc:Fallback>
      <p:transition spd="slow" advTm="232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CC6058-D9D0-C478-268D-4AF289E311D3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E9BC02F-0751-5EFF-7ADD-74CF6785CE92}"/>
              </a:ext>
            </a:extLst>
          </p:cNvPr>
          <p:cNvSpPr txBox="1"/>
          <p:nvPr/>
        </p:nvSpPr>
        <p:spPr>
          <a:xfrm>
            <a:off x="4640641" y="1058969"/>
            <a:ext cx="3079485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3.2mm</a:t>
            </a:r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の穴をあけます。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8856479-6E34-DE6B-923E-435354CEEC0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907" y="1576251"/>
            <a:ext cx="3079485" cy="514241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E08CF27-FF72-2782-9C0C-7F8B19D9731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7020" y="1576251"/>
            <a:ext cx="2846728" cy="520337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8359A06-219C-850E-C209-F18D8E3BE28D}"/>
              </a:ext>
            </a:extLst>
          </p:cNvPr>
          <p:cNvSpPr txBox="1"/>
          <p:nvPr/>
        </p:nvSpPr>
        <p:spPr>
          <a:xfrm>
            <a:off x="1573339" y="1058969"/>
            <a:ext cx="1620619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仮止めして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707333A-B959-0131-0662-F126904DD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331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903A84-26B8-0F86-3B2C-37339E37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B6ABF2-9478-2DB9-44C4-C55E7C95C2DD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FBC73B-3969-B513-38DA-5EF029748D4B}"/>
              </a:ext>
            </a:extLst>
          </p:cNvPr>
          <p:cNvSpPr txBox="1"/>
          <p:nvPr/>
        </p:nvSpPr>
        <p:spPr>
          <a:xfrm>
            <a:off x="5422873" y="1039178"/>
            <a:ext cx="2101137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M3.2</a:t>
            </a:r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のドリルに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BD82654A-5111-7882-B940-6BBECEC989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2631" y="1576251"/>
            <a:ext cx="2846728" cy="520337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84E3C78-EBA1-E47D-8754-1A0C1E48D111}"/>
              </a:ext>
            </a:extLst>
          </p:cNvPr>
          <p:cNvSpPr txBox="1"/>
          <p:nvPr/>
        </p:nvSpPr>
        <p:spPr>
          <a:xfrm>
            <a:off x="1689118" y="1039178"/>
            <a:ext cx="2032010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細いドリルから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2331F26-7956-5B7F-E743-5CD982D7BCE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1846" y="1576251"/>
            <a:ext cx="2918322" cy="5203372"/>
          </a:xfrm>
          <a:prstGeom prst="rect">
            <a:avLst/>
          </a:prstGeom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DEF1011-3647-BDD6-08F3-8B1314D7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83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CC6058-D9D0-C478-268D-4AF289E311D3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56F4AC-3314-23AD-CDE1-4FF523F17C76}"/>
              </a:ext>
            </a:extLst>
          </p:cNvPr>
          <p:cNvSpPr txBox="1"/>
          <p:nvPr/>
        </p:nvSpPr>
        <p:spPr>
          <a:xfrm>
            <a:off x="2200655" y="1558901"/>
            <a:ext cx="4818454" cy="707886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プッシュリベットで止めます。</a:t>
            </a:r>
            <a:endParaRPr kumimoji="1" lang="en-US" altLang="ja-JP" sz="2000" dirty="0">
              <a:solidFill>
                <a:srgbClr val="C00000"/>
              </a:solidFill>
              <a:latin typeface="源ノ角ゴシック JP Bold" panose="020B0800000000000000" pitchFamily="34" charset="-128"/>
              <a:ea typeface="源ノ角ゴシック JP Bold" panose="020B0800000000000000" pitchFamily="34" charset="-128"/>
            </a:endParaRPr>
          </a:p>
          <a:p>
            <a:r>
              <a:rPr kumimoji="1" lang="en-US" altLang="ja-JP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3</a:t>
            </a:r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カ所で十分です。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EF542BB-D301-83D2-AF97-EA6CDF37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69B6F61-520E-39AD-256E-49E4CF4CF91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635" y="2430073"/>
            <a:ext cx="5034517" cy="393669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DA25E0C-DE62-F89C-9BEF-8F98931CDB3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6994" y="2430073"/>
            <a:ext cx="2958035" cy="396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8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E009A3-8BE4-69EF-0C43-9DC6DC9B1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11F7101-834E-C8A1-F9A8-E654819561FE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7D1DA2-E1F0-E2CE-BC38-5ABBA0277000}"/>
              </a:ext>
            </a:extLst>
          </p:cNvPr>
          <p:cNvSpPr txBox="1"/>
          <p:nvPr/>
        </p:nvSpPr>
        <p:spPr>
          <a:xfrm>
            <a:off x="3907049" y="1065245"/>
            <a:ext cx="2267329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基板を固定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914576F-F9CD-9CC2-E95C-D46CD64C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4D4174C-1178-33B4-6848-63DCA595E9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579" y="1628386"/>
            <a:ext cx="4157679" cy="403668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AF47439-1EE1-96B9-E86E-90F9B00E11A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99" y="1854807"/>
            <a:ext cx="4387422" cy="343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759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4"/>
    </mc:Choice>
    <mc:Fallback>
      <p:transition spd="slow" advTm="232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ACA99B-DE7E-1140-D6EC-CA1A6BB16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DA6B17-4A19-4A84-1939-D75D4D3E1241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5F1A2F-E9E8-F6A1-206C-7760D9A16D76}"/>
              </a:ext>
            </a:extLst>
          </p:cNvPr>
          <p:cNvSpPr txBox="1"/>
          <p:nvPr/>
        </p:nvSpPr>
        <p:spPr>
          <a:xfrm>
            <a:off x="3438334" y="1335013"/>
            <a:ext cx="2267329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電源も</a:t>
            </a:r>
            <a:r>
              <a:rPr kumimoji="1" lang="en-US" altLang="ja-JP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OK</a:t>
            </a:r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です。</a:t>
            </a:r>
            <a:endParaRPr kumimoji="1" lang="en-US" altLang="ja-JP" sz="2000" dirty="0">
              <a:solidFill>
                <a:srgbClr val="C00000"/>
              </a:solidFill>
              <a:latin typeface="源ノ角ゴシック JP Bold" panose="020B0800000000000000" pitchFamily="34" charset="-128"/>
              <a:ea typeface="源ノ角ゴシック JP Bold" panose="020B0800000000000000" pitchFamily="34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5556A79-82A6-05F9-A389-AF766DF3E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8326217-798F-27CD-08E6-9272B3C4DBE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14818" y="2342604"/>
            <a:ext cx="4276335" cy="318038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2415EAA-C731-D865-829E-15D30BC16F3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2847" y="2342604"/>
            <a:ext cx="3782104" cy="266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28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4"/>
    </mc:Choice>
    <mc:Fallback>
      <p:transition spd="slow" advTm="232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2C7761-2B70-A6A4-7577-AFEDEFA96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A51BD5E-1FF7-5A01-8E49-12E759D8E7A5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FEAD4C-6D13-A8BC-FD19-9026D5DFCDA3}"/>
              </a:ext>
            </a:extLst>
          </p:cNvPr>
          <p:cNvSpPr txBox="1"/>
          <p:nvPr/>
        </p:nvSpPr>
        <p:spPr>
          <a:xfrm>
            <a:off x="488083" y="1062812"/>
            <a:ext cx="7584763" cy="1015663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カメラも固定</a:t>
            </a:r>
            <a:endParaRPr kumimoji="1" lang="en-US" altLang="ja-JP" sz="2000" dirty="0">
              <a:solidFill>
                <a:srgbClr val="C00000"/>
              </a:solidFill>
              <a:latin typeface="源ノ角ゴシック JP Bold" panose="020B0800000000000000" pitchFamily="34" charset="-128"/>
              <a:ea typeface="源ノ角ゴシック JP Bold" panose="020B0800000000000000" pitchFamily="34" charset="-128"/>
            </a:endParaRPr>
          </a:p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カメラは、この固定方法しかないのですが、穴位置が違うので、</a:t>
            </a:r>
          </a:p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穴を広げる必要があります。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11153FF-D2DC-9295-292F-B9C8DCC3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BB9BA21-43E2-A310-E890-FAAE144A40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735" y="2423739"/>
            <a:ext cx="4126112" cy="342640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934E8DA-4FE8-5BF2-D821-2BC52EE56D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8824" y="2423739"/>
            <a:ext cx="3304029" cy="342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6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ED9B1-D803-A0F5-E97E-7318DB0A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A5DD04-51C4-F1AB-52F5-008342476C62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257C446-B8E8-3B9A-D90D-4D9778889EA2}"/>
              </a:ext>
            </a:extLst>
          </p:cNvPr>
          <p:cNvSpPr txBox="1"/>
          <p:nvPr/>
        </p:nvSpPr>
        <p:spPr>
          <a:xfrm>
            <a:off x="1714423" y="1078486"/>
            <a:ext cx="1028785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入った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7F74D4E-01EA-1C09-1B5D-A96327D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46C214A-9BD8-183F-B5A1-8B28887F48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229" y="1478596"/>
            <a:ext cx="3277198" cy="485261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005BCB6-CD57-EC7C-9D98-934AA63885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6844" y="1478596"/>
            <a:ext cx="3589861" cy="4852613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86D1A2F-F564-61FE-904E-2AE90B30B53E}"/>
              </a:ext>
            </a:extLst>
          </p:cNvPr>
          <p:cNvSpPr txBox="1"/>
          <p:nvPr/>
        </p:nvSpPr>
        <p:spPr>
          <a:xfrm>
            <a:off x="5253575" y="1094526"/>
            <a:ext cx="2541293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GPS</a:t>
            </a:r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も取れてる</a:t>
            </a:r>
          </a:p>
        </p:txBody>
      </p:sp>
    </p:spTree>
    <p:extLst>
      <p:ext uri="{BB962C8B-B14F-4D97-AF65-F5344CB8AC3E}">
        <p14:creationId xmlns:p14="http://schemas.microsoft.com/office/powerpoint/2010/main" val="164161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1F688-8EDF-2F4B-595D-DEC00EC6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EA5655-9748-7DB0-5DD1-48088F826EB1}"/>
              </a:ext>
            </a:extLst>
          </p:cNvPr>
          <p:cNvSpPr txBox="1"/>
          <p:nvPr/>
        </p:nvSpPr>
        <p:spPr>
          <a:xfrm>
            <a:off x="1714423" y="317440"/>
            <a:ext cx="5715153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ペットボトル缶サット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B60FC3-8DC2-513D-A7C2-7EF3C1F7C740}"/>
              </a:ext>
            </a:extLst>
          </p:cNvPr>
          <p:cNvSpPr txBox="1"/>
          <p:nvPr/>
        </p:nvSpPr>
        <p:spPr>
          <a:xfrm>
            <a:off x="619039" y="1498357"/>
            <a:ext cx="3523721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パラシュートの固定穴空け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65252A-258C-0B1B-79A9-830F73DE675D}"/>
              </a:ext>
            </a:extLst>
          </p:cNvPr>
          <p:cNvSpPr txBox="1"/>
          <p:nvPr/>
        </p:nvSpPr>
        <p:spPr>
          <a:xfrm>
            <a:off x="4475474" y="1498357"/>
            <a:ext cx="4049487" cy="400110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タミヤのプッシュリベットで固定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C74BB8B-2B05-777A-A133-472C5D141C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398" y="1991886"/>
            <a:ext cx="3566396" cy="455022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10C70E9-B856-1FC9-337B-75E44ED242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99" y="1991887"/>
            <a:ext cx="3907990" cy="4548674"/>
          </a:xfrm>
          <a:prstGeom prst="rect">
            <a:avLst/>
          </a:prstGeom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7C7A296-158B-01B2-37DC-75020FAA8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0B93A-21FB-4666-B0C5-EFD3C8C641C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082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BACF15B-AEE5-9D6A-BA50-1444E8CEDE5B}"/>
              </a:ext>
            </a:extLst>
          </p:cNvPr>
          <p:cNvSpPr txBox="1"/>
          <p:nvPr/>
        </p:nvSpPr>
        <p:spPr>
          <a:xfrm>
            <a:off x="1722268" y="2844225"/>
            <a:ext cx="6454065" cy="58477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solidFill>
                  <a:srgbClr val="C00000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</a:rPr>
              <a:t>本番に向けて、頑張ってください。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59695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4"/>
    </mc:Choice>
    <mc:Fallback xmlns="">
      <p:transition spd="slow" advTm="2324"/>
    </mc:Fallback>
  </mc:AlternateContent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3630</TotalTime>
  <Words>1214</Words>
  <Application>Microsoft Office PowerPoint</Application>
  <PresentationFormat>画面に合わせる (4:3)</PresentationFormat>
  <Paragraphs>89</Paragraphs>
  <Slides>12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0" baseType="lpstr">
      <vt:lpstr>HGP創英角ﾎﾟｯﾌﾟ体</vt:lpstr>
      <vt:lpstr>HGS創英角ﾎﾟｯﾌﾟ体</vt:lpstr>
      <vt:lpstr>源ノ角ゴシック JP Bold</vt:lpstr>
      <vt:lpstr>游ゴシック</vt:lpstr>
      <vt:lpstr>Century Gothic</vt:lpstr>
      <vt:lpstr>Mangal</vt:lpstr>
      <vt:lpstr>Wingdings 3</vt:lpstr>
      <vt:lpstr>スライス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Minao Yamamoto</dc:creator>
  <cp:lastModifiedBy>三七男 山本</cp:lastModifiedBy>
  <cp:revision>335</cp:revision>
  <dcterms:created xsi:type="dcterms:W3CDTF">2022-08-06T15:04:50Z</dcterms:created>
  <dcterms:modified xsi:type="dcterms:W3CDTF">2026-07-02T19:59:12Z</dcterms:modified>
</cp:coreProperties>
</file>